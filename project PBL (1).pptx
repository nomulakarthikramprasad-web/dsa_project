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0"/>
  </p:notesMasterIdLst>
  <p:handoutMasterIdLst>
    <p:handoutMasterId r:id="rId21"/>
  </p:handoutMasterIdLst>
  <p:sldIdLst>
    <p:sldId id="261" r:id="rId2"/>
    <p:sldId id="314" r:id="rId3"/>
    <p:sldId id="322" r:id="rId4"/>
    <p:sldId id="323" r:id="rId5"/>
    <p:sldId id="266" r:id="rId6"/>
    <p:sldId id="341" r:id="rId7"/>
    <p:sldId id="342" r:id="rId8"/>
    <p:sldId id="343" r:id="rId9"/>
    <p:sldId id="344" r:id="rId10"/>
    <p:sldId id="345" r:id="rId11"/>
    <p:sldId id="346" r:id="rId12"/>
    <p:sldId id="340" r:id="rId13"/>
    <p:sldId id="349" r:id="rId14"/>
    <p:sldId id="350" r:id="rId15"/>
    <p:sldId id="351" r:id="rId16"/>
    <p:sldId id="347" r:id="rId17"/>
    <p:sldId id="348" r:id="rId18"/>
    <p:sldId id="33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94A3DF-C941-4B6F-ADD4-3819321FD5DE}" v="4" dt="2026-03-11T05:28:01.11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82"/>
    <p:restoredTop sz="95833"/>
  </p:normalViewPr>
  <p:slideViewPr>
    <p:cSldViewPr snapToGrid="0" snapToObjects="1">
      <p:cViewPr varScale="1">
        <p:scale>
          <a:sx n="82" d="100"/>
          <a:sy n="82" d="100"/>
        </p:scale>
        <p:origin x="509" y="72"/>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thik ram prasad" userId="d705ce55a0377489" providerId="LiveId" clId="{251E1F59-8088-4C1B-B766-F7727039107B}"/>
    <pc:docChg chg="undo custSel addSld modSld">
      <pc:chgData name="karthik ram prasad" userId="d705ce55a0377489" providerId="LiveId" clId="{251E1F59-8088-4C1B-B766-F7727039107B}" dt="2026-03-11T05:29:03.762" v="151" actId="2710"/>
      <pc:docMkLst>
        <pc:docMk/>
      </pc:docMkLst>
      <pc:sldChg chg="modSp">
        <pc:chgData name="karthik ram prasad" userId="d705ce55a0377489" providerId="LiveId" clId="{251E1F59-8088-4C1B-B766-F7727039107B}" dt="2026-03-11T05:25:25.330" v="119"/>
        <pc:sldMkLst>
          <pc:docMk/>
          <pc:sldMk cId="2851391703" sldId="261"/>
        </pc:sldMkLst>
        <pc:spChg chg="mod">
          <ac:chgData name="karthik ram prasad" userId="d705ce55a0377489" providerId="LiveId" clId="{251E1F59-8088-4C1B-B766-F7727039107B}" dt="2026-03-11T05:25:25.330" v="119"/>
          <ac:spMkLst>
            <pc:docMk/>
            <pc:sldMk cId="2851391703" sldId="261"/>
            <ac:spMk id="5" creationId="{BD5C2420-26C9-65B4-41BA-D5CA69721C05}"/>
          </ac:spMkLst>
        </pc:spChg>
        <pc:spChg chg="mod">
          <ac:chgData name="karthik ram prasad" userId="d705ce55a0377489" providerId="LiveId" clId="{251E1F59-8088-4C1B-B766-F7727039107B}" dt="2026-03-11T05:25:25.330" v="119"/>
          <ac:spMkLst>
            <pc:docMk/>
            <pc:sldMk cId="2851391703" sldId="261"/>
            <ac:spMk id="6" creationId="{AE9B4454-96E6-70D8-1440-2142487397DF}"/>
          </ac:spMkLst>
        </pc:spChg>
        <pc:spChg chg="mod">
          <ac:chgData name="karthik ram prasad" userId="d705ce55a0377489" providerId="LiveId" clId="{251E1F59-8088-4C1B-B766-F7727039107B}" dt="2026-03-11T05:25:25.330" v="119"/>
          <ac:spMkLst>
            <pc:docMk/>
            <pc:sldMk cId="2851391703" sldId="261"/>
            <ac:spMk id="7" creationId="{5F827BAA-7E22-F268-D9DC-5E17D9155237}"/>
          </ac:spMkLst>
        </pc:spChg>
      </pc:sldChg>
      <pc:sldChg chg="modSp">
        <pc:chgData name="karthik ram prasad" userId="d705ce55a0377489" providerId="LiveId" clId="{251E1F59-8088-4C1B-B766-F7727039107B}" dt="2026-03-11T05:25:25.330" v="119"/>
        <pc:sldMkLst>
          <pc:docMk/>
          <pc:sldMk cId="930833320" sldId="266"/>
        </pc:sldMkLst>
        <pc:spChg chg="mod">
          <ac:chgData name="karthik ram prasad" userId="d705ce55a0377489" providerId="LiveId" clId="{251E1F59-8088-4C1B-B766-F7727039107B}" dt="2026-03-11T05:25:25.330" v="119"/>
          <ac:spMkLst>
            <pc:docMk/>
            <pc:sldMk cId="930833320" sldId="266"/>
            <ac:spMk id="5" creationId="{BD5C2420-26C9-65B4-41BA-D5CA69721C05}"/>
          </ac:spMkLst>
        </pc:spChg>
        <pc:spChg chg="mod">
          <ac:chgData name="karthik ram prasad" userId="d705ce55a0377489" providerId="LiveId" clId="{251E1F59-8088-4C1B-B766-F7727039107B}" dt="2026-03-11T05:25:25.330" v="119"/>
          <ac:spMkLst>
            <pc:docMk/>
            <pc:sldMk cId="930833320" sldId="266"/>
            <ac:spMk id="6" creationId="{AE9B4454-96E6-70D8-1440-2142487397DF}"/>
          </ac:spMkLst>
        </pc:spChg>
        <pc:spChg chg="mod">
          <ac:chgData name="karthik ram prasad" userId="d705ce55a0377489" providerId="LiveId" clId="{251E1F59-8088-4C1B-B766-F7727039107B}" dt="2026-03-11T05:25:25.330" v="119"/>
          <ac:spMkLst>
            <pc:docMk/>
            <pc:sldMk cId="930833320" sldId="266"/>
            <ac:spMk id="7" creationId="{5F827BAA-7E22-F268-D9DC-5E17D9155237}"/>
          </ac:spMkLst>
        </pc:spChg>
        <pc:spChg chg="mod">
          <ac:chgData name="karthik ram prasad" userId="d705ce55a0377489" providerId="LiveId" clId="{251E1F59-8088-4C1B-B766-F7727039107B}" dt="2026-03-11T05:25:25.330" v="119"/>
          <ac:spMkLst>
            <pc:docMk/>
            <pc:sldMk cId="930833320" sldId="266"/>
            <ac:spMk id="9" creationId="{0BAA4F36-AB00-F2C4-B47F-6381355DE604}"/>
          </ac:spMkLst>
        </pc:spChg>
      </pc:sldChg>
      <pc:sldChg chg="modSp mod">
        <pc:chgData name="karthik ram prasad" userId="d705ce55a0377489" providerId="LiveId" clId="{251E1F59-8088-4C1B-B766-F7727039107B}" dt="2026-03-11T05:25:25.330" v="119"/>
        <pc:sldMkLst>
          <pc:docMk/>
          <pc:sldMk cId="1017016331" sldId="314"/>
        </pc:sldMkLst>
        <pc:spChg chg="mod">
          <ac:chgData name="karthik ram prasad" userId="d705ce55a0377489" providerId="LiveId" clId="{251E1F59-8088-4C1B-B766-F7727039107B}" dt="2026-03-11T05:25:25.330" v="119"/>
          <ac:spMkLst>
            <pc:docMk/>
            <pc:sldMk cId="1017016331" sldId="314"/>
            <ac:spMk id="5" creationId="{8A4C03D2-3952-BF4D-18CA-C2C8547E2A2A}"/>
          </ac:spMkLst>
        </pc:spChg>
        <pc:spChg chg="mod">
          <ac:chgData name="karthik ram prasad" userId="d705ce55a0377489" providerId="LiveId" clId="{251E1F59-8088-4C1B-B766-F7727039107B}" dt="2026-03-11T05:25:25.330" v="119"/>
          <ac:spMkLst>
            <pc:docMk/>
            <pc:sldMk cId="1017016331" sldId="314"/>
            <ac:spMk id="6" creationId="{024CF11E-4EBB-004C-8FD7-152B8D16D8B6}"/>
          </ac:spMkLst>
        </pc:spChg>
        <pc:spChg chg="mod">
          <ac:chgData name="karthik ram prasad" userId="d705ce55a0377489" providerId="LiveId" clId="{251E1F59-8088-4C1B-B766-F7727039107B}" dt="2026-03-11T05:11:13.271" v="38" actId="20577"/>
          <ac:spMkLst>
            <pc:docMk/>
            <pc:sldMk cId="1017016331" sldId="314"/>
            <ac:spMk id="13" creationId="{3F9DE7D0-41AC-90DD-3065-235240261B1B}"/>
          </ac:spMkLst>
        </pc:spChg>
      </pc:sldChg>
      <pc:sldChg chg="modSp">
        <pc:chgData name="karthik ram prasad" userId="d705ce55a0377489" providerId="LiveId" clId="{251E1F59-8088-4C1B-B766-F7727039107B}" dt="2026-03-11T05:25:25.330" v="119"/>
        <pc:sldMkLst>
          <pc:docMk/>
          <pc:sldMk cId="326239331" sldId="322"/>
        </pc:sldMkLst>
        <pc:spChg chg="mod">
          <ac:chgData name="karthik ram prasad" userId="d705ce55a0377489" providerId="LiveId" clId="{251E1F59-8088-4C1B-B766-F7727039107B}" dt="2026-03-11T05:25:25.330" v="119"/>
          <ac:spMkLst>
            <pc:docMk/>
            <pc:sldMk cId="326239331" sldId="322"/>
            <ac:spMk id="5" creationId="{BD5C2420-26C9-65B4-41BA-D5CA69721C05}"/>
          </ac:spMkLst>
        </pc:spChg>
        <pc:spChg chg="mod">
          <ac:chgData name="karthik ram prasad" userId="d705ce55a0377489" providerId="LiveId" clId="{251E1F59-8088-4C1B-B766-F7727039107B}" dt="2026-03-11T05:25:25.330" v="119"/>
          <ac:spMkLst>
            <pc:docMk/>
            <pc:sldMk cId="326239331" sldId="322"/>
            <ac:spMk id="6" creationId="{AE9B4454-96E6-70D8-1440-2142487397DF}"/>
          </ac:spMkLst>
        </pc:spChg>
        <pc:spChg chg="mod">
          <ac:chgData name="karthik ram prasad" userId="d705ce55a0377489" providerId="LiveId" clId="{251E1F59-8088-4C1B-B766-F7727039107B}" dt="2026-03-11T05:25:25.330" v="119"/>
          <ac:spMkLst>
            <pc:docMk/>
            <pc:sldMk cId="326239331" sldId="322"/>
            <ac:spMk id="7" creationId="{5F827BAA-7E22-F268-D9DC-5E17D9155237}"/>
          </ac:spMkLst>
        </pc:spChg>
      </pc:sldChg>
      <pc:sldChg chg="modSp">
        <pc:chgData name="karthik ram prasad" userId="d705ce55a0377489" providerId="LiveId" clId="{251E1F59-8088-4C1B-B766-F7727039107B}" dt="2026-03-11T05:25:25.330" v="119"/>
        <pc:sldMkLst>
          <pc:docMk/>
          <pc:sldMk cId="2715783799" sldId="323"/>
        </pc:sldMkLst>
        <pc:spChg chg="mod">
          <ac:chgData name="karthik ram prasad" userId="d705ce55a0377489" providerId="LiveId" clId="{251E1F59-8088-4C1B-B766-F7727039107B}" dt="2026-03-11T05:25:25.330" v="119"/>
          <ac:spMkLst>
            <pc:docMk/>
            <pc:sldMk cId="2715783799" sldId="323"/>
            <ac:spMk id="5" creationId="{BD5C2420-26C9-65B4-41BA-D5CA69721C05}"/>
          </ac:spMkLst>
        </pc:spChg>
        <pc:spChg chg="mod">
          <ac:chgData name="karthik ram prasad" userId="d705ce55a0377489" providerId="LiveId" clId="{251E1F59-8088-4C1B-B766-F7727039107B}" dt="2026-03-11T05:25:25.330" v="119"/>
          <ac:spMkLst>
            <pc:docMk/>
            <pc:sldMk cId="2715783799" sldId="323"/>
            <ac:spMk id="6" creationId="{AE9B4454-96E6-70D8-1440-2142487397DF}"/>
          </ac:spMkLst>
        </pc:spChg>
        <pc:spChg chg="mod">
          <ac:chgData name="karthik ram prasad" userId="d705ce55a0377489" providerId="LiveId" clId="{251E1F59-8088-4C1B-B766-F7727039107B}" dt="2026-03-11T05:25:25.330" v="119"/>
          <ac:spMkLst>
            <pc:docMk/>
            <pc:sldMk cId="2715783799" sldId="323"/>
            <ac:spMk id="7" creationId="{5F827BAA-7E22-F268-D9DC-5E17D9155237}"/>
          </ac:spMkLst>
        </pc:spChg>
        <pc:spChg chg="mod">
          <ac:chgData name="karthik ram prasad" userId="d705ce55a0377489" providerId="LiveId" clId="{251E1F59-8088-4C1B-B766-F7727039107B}" dt="2026-03-11T05:25:25.330" v="119"/>
          <ac:spMkLst>
            <pc:docMk/>
            <pc:sldMk cId="2715783799" sldId="323"/>
            <ac:spMk id="9" creationId="{0BAA4F36-AB00-F2C4-B47F-6381355DE604}"/>
          </ac:spMkLst>
        </pc:spChg>
      </pc:sldChg>
      <pc:sldChg chg="modSp">
        <pc:chgData name="karthik ram prasad" userId="d705ce55a0377489" providerId="LiveId" clId="{251E1F59-8088-4C1B-B766-F7727039107B}" dt="2026-03-11T05:25:25.330" v="119"/>
        <pc:sldMkLst>
          <pc:docMk/>
          <pc:sldMk cId="4213958207" sldId="332"/>
        </pc:sldMkLst>
        <pc:spChg chg="mod">
          <ac:chgData name="karthik ram prasad" userId="d705ce55a0377489" providerId="LiveId" clId="{251E1F59-8088-4C1B-B766-F7727039107B}" dt="2026-03-11T05:25:25.330" v="119"/>
          <ac:spMkLst>
            <pc:docMk/>
            <pc:sldMk cId="4213958207" sldId="332"/>
            <ac:spMk id="5" creationId="{BD5C2420-26C9-65B4-41BA-D5CA69721C05}"/>
          </ac:spMkLst>
        </pc:spChg>
        <pc:spChg chg="mod">
          <ac:chgData name="karthik ram prasad" userId="d705ce55a0377489" providerId="LiveId" clId="{251E1F59-8088-4C1B-B766-F7727039107B}" dt="2026-03-11T05:25:25.330" v="119"/>
          <ac:spMkLst>
            <pc:docMk/>
            <pc:sldMk cId="4213958207" sldId="332"/>
            <ac:spMk id="6" creationId="{AE9B4454-96E6-70D8-1440-2142487397DF}"/>
          </ac:spMkLst>
        </pc:spChg>
        <pc:spChg chg="mod">
          <ac:chgData name="karthik ram prasad" userId="d705ce55a0377489" providerId="LiveId" clId="{251E1F59-8088-4C1B-B766-F7727039107B}" dt="2026-03-11T05:25:25.330" v="119"/>
          <ac:spMkLst>
            <pc:docMk/>
            <pc:sldMk cId="4213958207" sldId="332"/>
            <ac:spMk id="7" creationId="{5F827BAA-7E22-F268-D9DC-5E17D9155237}"/>
          </ac:spMkLst>
        </pc:spChg>
      </pc:sldChg>
      <pc:sldChg chg="addSp delSp modSp mod">
        <pc:chgData name="karthik ram prasad" userId="d705ce55a0377489" providerId="LiveId" clId="{251E1F59-8088-4C1B-B766-F7727039107B}" dt="2026-03-11T05:25:25.330" v="119"/>
        <pc:sldMkLst>
          <pc:docMk/>
          <pc:sldMk cId="3431953712" sldId="340"/>
        </pc:sldMkLst>
        <pc:spChg chg="mod">
          <ac:chgData name="karthik ram prasad" userId="d705ce55a0377489" providerId="LiveId" clId="{251E1F59-8088-4C1B-B766-F7727039107B}" dt="2026-03-11T05:25:25.330" v="119"/>
          <ac:spMkLst>
            <pc:docMk/>
            <pc:sldMk cId="3431953712" sldId="340"/>
            <ac:spMk id="4" creationId="{F1963D1B-E2DB-29C3-BA63-FF21B16E3D52}"/>
          </ac:spMkLst>
        </pc:spChg>
        <pc:spChg chg="mod">
          <ac:chgData name="karthik ram prasad" userId="d705ce55a0377489" providerId="LiveId" clId="{251E1F59-8088-4C1B-B766-F7727039107B}" dt="2026-03-11T05:25:25.330" v="119"/>
          <ac:spMkLst>
            <pc:docMk/>
            <pc:sldMk cId="3431953712" sldId="340"/>
            <ac:spMk id="5" creationId="{49114CB5-AB44-10F9-E8AF-4658C65956F4}"/>
          </ac:spMkLst>
        </pc:spChg>
        <pc:spChg chg="mod">
          <ac:chgData name="karthik ram prasad" userId="d705ce55a0377489" providerId="LiveId" clId="{251E1F59-8088-4C1B-B766-F7727039107B}" dt="2026-03-11T05:25:25.330" v="119"/>
          <ac:spMkLst>
            <pc:docMk/>
            <pc:sldMk cId="3431953712" sldId="340"/>
            <ac:spMk id="6" creationId="{198D5113-7B1F-AF02-CDA9-5B3AB95BE716}"/>
          </ac:spMkLst>
        </pc:spChg>
        <pc:spChg chg="add del mod">
          <ac:chgData name="karthik ram prasad" userId="d705ce55a0377489" providerId="LiveId" clId="{251E1F59-8088-4C1B-B766-F7727039107B}" dt="2026-03-11T05:11:53.528" v="48" actId="478"/>
          <ac:spMkLst>
            <pc:docMk/>
            <pc:sldMk cId="3431953712" sldId="340"/>
            <ac:spMk id="7" creationId="{B3570229-09BC-EE33-D624-EC56383FD7C2}"/>
          </ac:spMkLst>
        </pc:spChg>
        <pc:picChg chg="add del">
          <ac:chgData name="karthik ram prasad" userId="d705ce55a0377489" providerId="LiveId" clId="{251E1F59-8088-4C1B-B766-F7727039107B}" dt="2026-03-11T05:11:53.528" v="48" actId="478"/>
          <ac:picMkLst>
            <pc:docMk/>
            <pc:sldMk cId="3431953712" sldId="340"/>
            <ac:picMk id="12" creationId="{94B1AD38-E506-3D8C-6FB2-66A897C337E0}"/>
          </ac:picMkLst>
        </pc:picChg>
        <pc:picChg chg="add del">
          <ac:chgData name="karthik ram prasad" userId="d705ce55a0377489" providerId="LiveId" clId="{251E1F59-8088-4C1B-B766-F7727039107B}" dt="2026-03-11T05:11:52.002" v="45" actId="478"/>
          <ac:picMkLst>
            <pc:docMk/>
            <pc:sldMk cId="3431953712" sldId="340"/>
            <ac:picMk id="14" creationId="{2B7A6D88-F4EF-3807-7417-52EAE9DEFC6D}"/>
          </ac:picMkLst>
        </pc:picChg>
        <pc:picChg chg="add del">
          <ac:chgData name="karthik ram prasad" userId="d705ce55a0377489" providerId="LiveId" clId="{251E1F59-8088-4C1B-B766-F7727039107B}" dt="2026-03-11T05:11:51.584" v="44" actId="478"/>
          <ac:picMkLst>
            <pc:docMk/>
            <pc:sldMk cId="3431953712" sldId="340"/>
            <ac:picMk id="16" creationId="{381773EF-04CD-5623-74C5-68D46144F3D5}"/>
          </ac:picMkLst>
        </pc:picChg>
      </pc:sldChg>
      <pc:sldChg chg="modSp">
        <pc:chgData name="karthik ram prasad" userId="d705ce55a0377489" providerId="LiveId" clId="{251E1F59-8088-4C1B-B766-F7727039107B}" dt="2026-03-11T05:25:25.330" v="119"/>
        <pc:sldMkLst>
          <pc:docMk/>
          <pc:sldMk cId="3205484866" sldId="341"/>
        </pc:sldMkLst>
        <pc:spChg chg="mod">
          <ac:chgData name="karthik ram prasad" userId="d705ce55a0377489" providerId="LiveId" clId="{251E1F59-8088-4C1B-B766-F7727039107B}" dt="2026-03-11T05:25:25.330" v="119"/>
          <ac:spMkLst>
            <pc:docMk/>
            <pc:sldMk cId="3205484866" sldId="341"/>
            <ac:spMk id="5" creationId="{DBF95472-1444-D525-21F0-49779A036CF4}"/>
          </ac:spMkLst>
        </pc:spChg>
        <pc:spChg chg="mod">
          <ac:chgData name="karthik ram prasad" userId="d705ce55a0377489" providerId="LiveId" clId="{251E1F59-8088-4C1B-B766-F7727039107B}" dt="2026-03-11T05:25:25.330" v="119"/>
          <ac:spMkLst>
            <pc:docMk/>
            <pc:sldMk cId="3205484866" sldId="341"/>
            <ac:spMk id="6" creationId="{F5E105F9-7400-1835-C4B4-B38C94DE631B}"/>
          </ac:spMkLst>
        </pc:spChg>
        <pc:spChg chg="mod">
          <ac:chgData name="karthik ram prasad" userId="d705ce55a0377489" providerId="LiveId" clId="{251E1F59-8088-4C1B-B766-F7727039107B}" dt="2026-03-11T05:25:25.330" v="119"/>
          <ac:spMkLst>
            <pc:docMk/>
            <pc:sldMk cId="3205484866" sldId="341"/>
            <ac:spMk id="7" creationId="{F9D399E1-BA43-10D5-C92A-C058676C1ABA}"/>
          </ac:spMkLst>
        </pc:spChg>
      </pc:sldChg>
      <pc:sldChg chg="modSp">
        <pc:chgData name="karthik ram prasad" userId="d705ce55a0377489" providerId="LiveId" clId="{251E1F59-8088-4C1B-B766-F7727039107B}" dt="2026-03-11T05:25:25.330" v="119"/>
        <pc:sldMkLst>
          <pc:docMk/>
          <pc:sldMk cId="3489011149" sldId="342"/>
        </pc:sldMkLst>
        <pc:spChg chg="mod">
          <ac:chgData name="karthik ram prasad" userId="d705ce55a0377489" providerId="LiveId" clId="{251E1F59-8088-4C1B-B766-F7727039107B}" dt="2026-03-11T05:25:25.330" v="119"/>
          <ac:spMkLst>
            <pc:docMk/>
            <pc:sldMk cId="3489011149" sldId="342"/>
            <ac:spMk id="5" creationId="{ABAD3843-97BD-682A-B84E-8FDB1825801E}"/>
          </ac:spMkLst>
        </pc:spChg>
        <pc:spChg chg="mod">
          <ac:chgData name="karthik ram prasad" userId="d705ce55a0377489" providerId="LiveId" clId="{251E1F59-8088-4C1B-B766-F7727039107B}" dt="2026-03-11T05:25:25.330" v="119"/>
          <ac:spMkLst>
            <pc:docMk/>
            <pc:sldMk cId="3489011149" sldId="342"/>
            <ac:spMk id="6" creationId="{8AA237BD-B76F-738D-5648-B271AAD57998}"/>
          </ac:spMkLst>
        </pc:spChg>
        <pc:spChg chg="mod">
          <ac:chgData name="karthik ram prasad" userId="d705ce55a0377489" providerId="LiveId" clId="{251E1F59-8088-4C1B-B766-F7727039107B}" dt="2026-03-11T05:25:25.330" v="119"/>
          <ac:spMkLst>
            <pc:docMk/>
            <pc:sldMk cId="3489011149" sldId="342"/>
            <ac:spMk id="7" creationId="{27B2409B-FFAD-25CD-834C-0C2CA4A71B30}"/>
          </ac:spMkLst>
        </pc:spChg>
      </pc:sldChg>
      <pc:sldChg chg="modSp">
        <pc:chgData name="karthik ram prasad" userId="d705ce55a0377489" providerId="LiveId" clId="{251E1F59-8088-4C1B-B766-F7727039107B}" dt="2026-03-11T05:25:25.330" v="119"/>
        <pc:sldMkLst>
          <pc:docMk/>
          <pc:sldMk cId="4072965683" sldId="343"/>
        </pc:sldMkLst>
        <pc:spChg chg="mod">
          <ac:chgData name="karthik ram prasad" userId="d705ce55a0377489" providerId="LiveId" clId="{251E1F59-8088-4C1B-B766-F7727039107B}" dt="2026-03-11T05:25:25.330" v="119"/>
          <ac:spMkLst>
            <pc:docMk/>
            <pc:sldMk cId="4072965683" sldId="343"/>
            <ac:spMk id="5" creationId="{919FF571-AABB-DBF0-2720-7F01DFDDF1CF}"/>
          </ac:spMkLst>
        </pc:spChg>
        <pc:spChg chg="mod">
          <ac:chgData name="karthik ram prasad" userId="d705ce55a0377489" providerId="LiveId" clId="{251E1F59-8088-4C1B-B766-F7727039107B}" dt="2026-03-11T05:25:25.330" v="119"/>
          <ac:spMkLst>
            <pc:docMk/>
            <pc:sldMk cId="4072965683" sldId="343"/>
            <ac:spMk id="6" creationId="{ECAF6678-7BBF-2FBC-8619-C887BD26D4FF}"/>
          </ac:spMkLst>
        </pc:spChg>
        <pc:spChg chg="mod">
          <ac:chgData name="karthik ram prasad" userId="d705ce55a0377489" providerId="LiveId" clId="{251E1F59-8088-4C1B-B766-F7727039107B}" dt="2026-03-11T05:25:25.330" v="119"/>
          <ac:spMkLst>
            <pc:docMk/>
            <pc:sldMk cId="4072965683" sldId="343"/>
            <ac:spMk id="7" creationId="{E45A9859-4671-FF5D-1356-4CDA5C5CDEA3}"/>
          </ac:spMkLst>
        </pc:spChg>
      </pc:sldChg>
      <pc:sldChg chg="modSp">
        <pc:chgData name="karthik ram prasad" userId="d705ce55a0377489" providerId="LiveId" clId="{251E1F59-8088-4C1B-B766-F7727039107B}" dt="2026-03-11T05:25:25.330" v="119"/>
        <pc:sldMkLst>
          <pc:docMk/>
          <pc:sldMk cId="1263985989" sldId="344"/>
        </pc:sldMkLst>
        <pc:spChg chg="mod">
          <ac:chgData name="karthik ram prasad" userId="d705ce55a0377489" providerId="LiveId" clId="{251E1F59-8088-4C1B-B766-F7727039107B}" dt="2026-03-11T05:25:25.330" v="119"/>
          <ac:spMkLst>
            <pc:docMk/>
            <pc:sldMk cId="1263985989" sldId="344"/>
            <ac:spMk id="5" creationId="{268B0D62-5A39-5424-9CF6-9A5122E0D21E}"/>
          </ac:spMkLst>
        </pc:spChg>
        <pc:spChg chg="mod">
          <ac:chgData name="karthik ram prasad" userId="d705ce55a0377489" providerId="LiveId" clId="{251E1F59-8088-4C1B-B766-F7727039107B}" dt="2026-03-11T05:25:25.330" v="119"/>
          <ac:spMkLst>
            <pc:docMk/>
            <pc:sldMk cId="1263985989" sldId="344"/>
            <ac:spMk id="6" creationId="{47045F34-84C7-08FE-3B8E-621019BE8AFE}"/>
          </ac:spMkLst>
        </pc:spChg>
        <pc:spChg chg="mod">
          <ac:chgData name="karthik ram prasad" userId="d705ce55a0377489" providerId="LiveId" clId="{251E1F59-8088-4C1B-B766-F7727039107B}" dt="2026-03-11T05:25:25.330" v="119"/>
          <ac:spMkLst>
            <pc:docMk/>
            <pc:sldMk cId="1263985989" sldId="344"/>
            <ac:spMk id="7" creationId="{796C40D6-1BC6-8947-EA26-62259BD2C227}"/>
          </ac:spMkLst>
        </pc:spChg>
      </pc:sldChg>
      <pc:sldChg chg="modSp">
        <pc:chgData name="karthik ram prasad" userId="d705ce55a0377489" providerId="LiveId" clId="{251E1F59-8088-4C1B-B766-F7727039107B}" dt="2026-03-11T05:25:25.330" v="119"/>
        <pc:sldMkLst>
          <pc:docMk/>
          <pc:sldMk cId="1906946512" sldId="345"/>
        </pc:sldMkLst>
        <pc:spChg chg="mod">
          <ac:chgData name="karthik ram prasad" userId="d705ce55a0377489" providerId="LiveId" clId="{251E1F59-8088-4C1B-B766-F7727039107B}" dt="2026-03-11T05:25:25.330" v="119"/>
          <ac:spMkLst>
            <pc:docMk/>
            <pc:sldMk cId="1906946512" sldId="345"/>
            <ac:spMk id="5" creationId="{49D0E4ED-DE37-6D8E-7EB1-1F0F05E37DA3}"/>
          </ac:spMkLst>
        </pc:spChg>
        <pc:spChg chg="mod">
          <ac:chgData name="karthik ram prasad" userId="d705ce55a0377489" providerId="LiveId" clId="{251E1F59-8088-4C1B-B766-F7727039107B}" dt="2026-03-11T05:25:25.330" v="119"/>
          <ac:spMkLst>
            <pc:docMk/>
            <pc:sldMk cId="1906946512" sldId="345"/>
            <ac:spMk id="6" creationId="{4925EEDF-18C5-49AB-9643-7F31370592F9}"/>
          </ac:spMkLst>
        </pc:spChg>
        <pc:spChg chg="mod">
          <ac:chgData name="karthik ram prasad" userId="d705ce55a0377489" providerId="LiveId" clId="{251E1F59-8088-4C1B-B766-F7727039107B}" dt="2026-03-11T05:25:25.330" v="119"/>
          <ac:spMkLst>
            <pc:docMk/>
            <pc:sldMk cId="1906946512" sldId="345"/>
            <ac:spMk id="7" creationId="{803C038D-A939-9973-E752-364BB70EE05C}"/>
          </ac:spMkLst>
        </pc:spChg>
        <pc:spChg chg="mod">
          <ac:chgData name="karthik ram prasad" userId="d705ce55a0377489" providerId="LiveId" clId="{251E1F59-8088-4C1B-B766-F7727039107B}" dt="2026-03-11T05:25:25.330" v="119"/>
          <ac:spMkLst>
            <pc:docMk/>
            <pc:sldMk cId="1906946512" sldId="345"/>
            <ac:spMk id="9" creationId="{8769557B-A6AB-F48D-9A16-51F755A17BB7}"/>
          </ac:spMkLst>
        </pc:spChg>
      </pc:sldChg>
      <pc:sldChg chg="modSp">
        <pc:chgData name="karthik ram prasad" userId="d705ce55a0377489" providerId="LiveId" clId="{251E1F59-8088-4C1B-B766-F7727039107B}" dt="2026-03-11T05:25:25.330" v="119"/>
        <pc:sldMkLst>
          <pc:docMk/>
          <pc:sldMk cId="344365824" sldId="346"/>
        </pc:sldMkLst>
        <pc:spChg chg="mod">
          <ac:chgData name="karthik ram prasad" userId="d705ce55a0377489" providerId="LiveId" clId="{251E1F59-8088-4C1B-B766-F7727039107B}" dt="2026-03-11T05:25:25.330" v="119"/>
          <ac:spMkLst>
            <pc:docMk/>
            <pc:sldMk cId="344365824" sldId="346"/>
            <ac:spMk id="5" creationId="{12D1C05D-4DC9-ADC0-13CA-909E89023113}"/>
          </ac:spMkLst>
        </pc:spChg>
        <pc:spChg chg="mod">
          <ac:chgData name="karthik ram prasad" userId="d705ce55a0377489" providerId="LiveId" clId="{251E1F59-8088-4C1B-B766-F7727039107B}" dt="2026-03-11T05:25:25.330" v="119"/>
          <ac:spMkLst>
            <pc:docMk/>
            <pc:sldMk cId="344365824" sldId="346"/>
            <ac:spMk id="6" creationId="{F4CC7196-73FE-144C-6DB9-248E7AB56907}"/>
          </ac:spMkLst>
        </pc:spChg>
        <pc:spChg chg="mod">
          <ac:chgData name="karthik ram prasad" userId="d705ce55a0377489" providerId="LiveId" clId="{251E1F59-8088-4C1B-B766-F7727039107B}" dt="2026-03-11T05:25:25.330" v="119"/>
          <ac:spMkLst>
            <pc:docMk/>
            <pc:sldMk cId="344365824" sldId="346"/>
            <ac:spMk id="7" creationId="{5F194048-D768-5663-4851-89B00F981F60}"/>
          </ac:spMkLst>
        </pc:spChg>
        <pc:spChg chg="mod">
          <ac:chgData name="karthik ram prasad" userId="d705ce55a0377489" providerId="LiveId" clId="{251E1F59-8088-4C1B-B766-F7727039107B}" dt="2026-03-11T05:25:25.330" v="119"/>
          <ac:spMkLst>
            <pc:docMk/>
            <pc:sldMk cId="344365824" sldId="346"/>
            <ac:spMk id="9" creationId="{6726AE93-69A8-DC85-DA45-05F4D66EF996}"/>
          </ac:spMkLst>
        </pc:spChg>
      </pc:sldChg>
      <pc:sldChg chg="modSp">
        <pc:chgData name="karthik ram prasad" userId="d705ce55a0377489" providerId="LiveId" clId="{251E1F59-8088-4C1B-B766-F7727039107B}" dt="2026-03-11T05:25:25.330" v="119"/>
        <pc:sldMkLst>
          <pc:docMk/>
          <pc:sldMk cId="2858912175" sldId="347"/>
        </pc:sldMkLst>
        <pc:spChg chg="mod">
          <ac:chgData name="karthik ram prasad" userId="d705ce55a0377489" providerId="LiveId" clId="{251E1F59-8088-4C1B-B766-F7727039107B}" dt="2026-03-11T05:25:25.330" v="119"/>
          <ac:spMkLst>
            <pc:docMk/>
            <pc:sldMk cId="2858912175" sldId="347"/>
            <ac:spMk id="5" creationId="{82A84C9A-73D1-DA76-6E0C-91C24CB8321A}"/>
          </ac:spMkLst>
        </pc:spChg>
        <pc:spChg chg="mod">
          <ac:chgData name="karthik ram prasad" userId="d705ce55a0377489" providerId="LiveId" clId="{251E1F59-8088-4C1B-B766-F7727039107B}" dt="2026-03-11T05:25:25.330" v="119"/>
          <ac:spMkLst>
            <pc:docMk/>
            <pc:sldMk cId="2858912175" sldId="347"/>
            <ac:spMk id="6" creationId="{CB81726C-C351-8876-43C7-C9B8807EA560}"/>
          </ac:spMkLst>
        </pc:spChg>
        <pc:spChg chg="mod">
          <ac:chgData name="karthik ram prasad" userId="d705ce55a0377489" providerId="LiveId" clId="{251E1F59-8088-4C1B-B766-F7727039107B}" dt="2026-03-11T05:25:25.330" v="119"/>
          <ac:spMkLst>
            <pc:docMk/>
            <pc:sldMk cId="2858912175" sldId="347"/>
            <ac:spMk id="7" creationId="{36E4E02D-0287-0F0D-A891-AE869E4F0992}"/>
          </ac:spMkLst>
        </pc:spChg>
        <pc:spChg chg="mod">
          <ac:chgData name="karthik ram prasad" userId="d705ce55a0377489" providerId="LiveId" clId="{251E1F59-8088-4C1B-B766-F7727039107B}" dt="2026-03-11T05:25:25.330" v="119"/>
          <ac:spMkLst>
            <pc:docMk/>
            <pc:sldMk cId="2858912175" sldId="347"/>
            <ac:spMk id="9" creationId="{956E9376-CB4B-895B-7B5C-D2F5AAED7494}"/>
          </ac:spMkLst>
        </pc:spChg>
      </pc:sldChg>
      <pc:sldChg chg="addSp delSp modSp mod">
        <pc:chgData name="karthik ram prasad" userId="d705ce55a0377489" providerId="LiveId" clId="{251E1F59-8088-4C1B-B766-F7727039107B}" dt="2026-03-11T05:25:25.330" v="119"/>
        <pc:sldMkLst>
          <pc:docMk/>
          <pc:sldMk cId="2357471992" sldId="348"/>
        </pc:sldMkLst>
        <pc:spChg chg="mod">
          <ac:chgData name="karthik ram prasad" userId="d705ce55a0377489" providerId="LiveId" clId="{251E1F59-8088-4C1B-B766-F7727039107B}" dt="2026-03-11T05:25:25.330" v="119"/>
          <ac:spMkLst>
            <pc:docMk/>
            <pc:sldMk cId="2357471992" sldId="348"/>
            <ac:spMk id="2" creationId="{0C9961B8-8709-0718-F6D3-9D07622F76AF}"/>
          </ac:spMkLst>
        </pc:spChg>
        <pc:spChg chg="del">
          <ac:chgData name="karthik ram prasad" userId="d705ce55a0377489" providerId="LiveId" clId="{251E1F59-8088-4C1B-B766-F7727039107B}" dt="2026-03-10T05:05:09.721" v="1" actId="931"/>
          <ac:spMkLst>
            <pc:docMk/>
            <pc:sldMk cId="2357471992" sldId="348"/>
            <ac:spMk id="3" creationId="{81383DFD-4145-46B6-BA5B-4C9D68B54059}"/>
          </ac:spMkLst>
        </pc:spChg>
        <pc:spChg chg="mod">
          <ac:chgData name="karthik ram prasad" userId="d705ce55a0377489" providerId="LiveId" clId="{251E1F59-8088-4C1B-B766-F7727039107B}" dt="2026-03-11T05:25:25.330" v="119"/>
          <ac:spMkLst>
            <pc:docMk/>
            <pc:sldMk cId="2357471992" sldId="348"/>
            <ac:spMk id="4" creationId="{5B18EAAE-4073-261B-4850-9857C07DBAF0}"/>
          </ac:spMkLst>
        </pc:spChg>
        <pc:spChg chg="mod">
          <ac:chgData name="karthik ram prasad" userId="d705ce55a0377489" providerId="LiveId" clId="{251E1F59-8088-4C1B-B766-F7727039107B}" dt="2026-03-11T05:25:25.330" v="119"/>
          <ac:spMkLst>
            <pc:docMk/>
            <pc:sldMk cId="2357471992" sldId="348"/>
            <ac:spMk id="5" creationId="{A3CA2172-0EFE-3ADA-47FA-029EF21AB5B8}"/>
          </ac:spMkLst>
        </pc:spChg>
        <pc:spChg chg="mod">
          <ac:chgData name="karthik ram prasad" userId="d705ce55a0377489" providerId="LiveId" clId="{251E1F59-8088-4C1B-B766-F7727039107B}" dt="2026-03-11T05:25:25.330" v="119"/>
          <ac:spMkLst>
            <pc:docMk/>
            <pc:sldMk cId="2357471992" sldId="348"/>
            <ac:spMk id="6" creationId="{C3E9B8A7-6131-D012-7DA4-A9F36B2B1525}"/>
          </ac:spMkLst>
        </pc:spChg>
        <pc:picChg chg="add mod ord">
          <ac:chgData name="karthik ram prasad" userId="d705ce55a0377489" providerId="LiveId" clId="{251E1F59-8088-4C1B-B766-F7727039107B}" dt="2026-03-10T05:06:07.130" v="6" actId="1076"/>
          <ac:picMkLst>
            <pc:docMk/>
            <pc:sldMk cId="2357471992" sldId="348"/>
            <ac:picMk id="8" creationId="{A3DD2470-71AE-982C-3C4A-14F1669BC524}"/>
          </ac:picMkLst>
        </pc:picChg>
        <pc:picChg chg="add del mod">
          <ac:chgData name="karthik ram prasad" userId="d705ce55a0377489" providerId="LiveId" clId="{251E1F59-8088-4C1B-B766-F7727039107B}" dt="2026-03-10T05:06:05.466" v="5" actId="478"/>
          <ac:picMkLst>
            <pc:docMk/>
            <pc:sldMk cId="2357471992" sldId="348"/>
            <ac:picMk id="10" creationId="{89717276-31D7-4AAD-1CDE-CC5CD6E13167}"/>
          </ac:picMkLst>
        </pc:picChg>
      </pc:sldChg>
      <pc:sldChg chg="addSp delSp modSp mod">
        <pc:chgData name="karthik ram prasad" userId="d705ce55a0377489" providerId="LiveId" clId="{251E1F59-8088-4C1B-B766-F7727039107B}" dt="2026-03-11T05:29:03.762" v="151" actId="2710"/>
        <pc:sldMkLst>
          <pc:docMk/>
          <pc:sldMk cId="1966147276" sldId="349"/>
        </pc:sldMkLst>
        <pc:spChg chg="mod">
          <ac:chgData name="karthik ram prasad" userId="d705ce55a0377489" providerId="LiveId" clId="{251E1F59-8088-4C1B-B766-F7727039107B}" dt="2026-03-11T05:25:25.330" v="119"/>
          <ac:spMkLst>
            <pc:docMk/>
            <pc:sldMk cId="1966147276" sldId="349"/>
            <ac:spMk id="2" creationId="{60654C04-FEEF-89CA-9D41-87D17B26F9BC}"/>
          </ac:spMkLst>
        </pc:spChg>
        <pc:spChg chg="mod">
          <ac:chgData name="karthik ram prasad" userId="d705ce55a0377489" providerId="LiveId" clId="{251E1F59-8088-4C1B-B766-F7727039107B}" dt="2026-03-11T05:25:25.330" v="119"/>
          <ac:spMkLst>
            <pc:docMk/>
            <pc:sldMk cId="1966147276" sldId="349"/>
            <ac:spMk id="3" creationId="{A2A92B75-ECD4-20BF-4F29-6C25AFA12511}"/>
          </ac:spMkLst>
        </pc:spChg>
        <pc:spChg chg="mod">
          <ac:chgData name="karthik ram prasad" userId="d705ce55a0377489" providerId="LiveId" clId="{251E1F59-8088-4C1B-B766-F7727039107B}" dt="2026-03-11T05:25:25.330" v="119"/>
          <ac:spMkLst>
            <pc:docMk/>
            <pc:sldMk cId="1966147276" sldId="349"/>
            <ac:spMk id="4" creationId="{C987474A-EF50-E110-1BA7-644336FFAF0F}"/>
          </ac:spMkLst>
        </pc:spChg>
        <pc:spChg chg="add del mod">
          <ac:chgData name="karthik ram prasad" userId="d705ce55a0377489" providerId="LiveId" clId="{251E1F59-8088-4C1B-B766-F7727039107B}" dt="2026-03-11T05:28:47.336" v="149"/>
          <ac:spMkLst>
            <pc:docMk/>
            <pc:sldMk cId="1966147276" sldId="349"/>
            <ac:spMk id="18" creationId="{82C0DE3C-0E2B-EC6D-46FD-90F096E2A293}"/>
          </ac:spMkLst>
        </pc:spChg>
        <pc:spChg chg="add mod">
          <ac:chgData name="karthik ram prasad" userId="d705ce55a0377489" providerId="LiveId" clId="{251E1F59-8088-4C1B-B766-F7727039107B}" dt="2026-03-11T05:29:03.762" v="151" actId="2710"/>
          <ac:spMkLst>
            <pc:docMk/>
            <pc:sldMk cId="1966147276" sldId="349"/>
            <ac:spMk id="19" creationId="{C0B7D657-552E-FAFA-67EC-47AC786288BB}"/>
          </ac:spMkLst>
        </pc:spChg>
        <pc:picChg chg="del">
          <ac:chgData name="karthik ram prasad" userId="d705ce55a0377489" providerId="LiveId" clId="{251E1F59-8088-4C1B-B766-F7727039107B}" dt="2026-03-11T05:11:56.960" v="49" actId="478"/>
          <ac:picMkLst>
            <pc:docMk/>
            <pc:sldMk cId="1966147276" sldId="349"/>
            <ac:picMk id="5" creationId="{215D207A-C9DD-4A56-F75C-D3B1348EB487}"/>
          </ac:picMkLst>
        </pc:picChg>
        <pc:picChg chg="del">
          <ac:chgData name="karthik ram prasad" userId="d705ce55a0377489" providerId="LiveId" clId="{251E1F59-8088-4C1B-B766-F7727039107B}" dt="2026-03-11T05:11:58.398" v="50" actId="478"/>
          <ac:picMkLst>
            <pc:docMk/>
            <pc:sldMk cId="1966147276" sldId="349"/>
            <ac:picMk id="7" creationId="{AFFCF534-ED34-1DD0-9F0F-5EF00430D5E4}"/>
          </ac:picMkLst>
        </pc:picChg>
        <pc:picChg chg="add mod">
          <ac:chgData name="karthik ram prasad" userId="d705ce55a0377489" providerId="LiveId" clId="{251E1F59-8088-4C1B-B766-F7727039107B}" dt="2026-03-11T05:25:37.425" v="120" actId="1076"/>
          <ac:picMkLst>
            <pc:docMk/>
            <pc:sldMk cId="1966147276" sldId="349"/>
            <ac:picMk id="8" creationId="{B07293AF-BCF4-4FEE-7A47-765BBCD1BFFC}"/>
          </ac:picMkLst>
        </pc:picChg>
        <pc:picChg chg="add mod">
          <ac:chgData name="karthik ram prasad" userId="d705ce55a0377489" providerId="LiveId" clId="{251E1F59-8088-4C1B-B766-F7727039107B}" dt="2026-03-11T05:25:38.839" v="121" actId="1076"/>
          <ac:picMkLst>
            <pc:docMk/>
            <pc:sldMk cId="1966147276" sldId="349"/>
            <ac:picMk id="10" creationId="{E5458D0D-7B70-B245-92CF-C8520382AA07}"/>
          </ac:picMkLst>
        </pc:picChg>
        <pc:picChg chg="del">
          <ac:chgData name="karthik ram prasad" userId="d705ce55a0377489" providerId="LiveId" clId="{251E1F59-8088-4C1B-B766-F7727039107B}" dt="2026-03-11T05:11:59.721" v="51" actId="478"/>
          <ac:picMkLst>
            <pc:docMk/>
            <pc:sldMk cId="1966147276" sldId="349"/>
            <ac:picMk id="11" creationId="{BB6B0C70-F122-4078-E462-2275AD7928A6}"/>
          </ac:picMkLst>
        </pc:picChg>
        <pc:picChg chg="del">
          <ac:chgData name="karthik ram prasad" userId="d705ce55a0377489" providerId="LiveId" clId="{251E1F59-8088-4C1B-B766-F7727039107B}" dt="2026-03-11T05:12:02.509" v="53" actId="478"/>
          <ac:picMkLst>
            <pc:docMk/>
            <pc:sldMk cId="1966147276" sldId="349"/>
            <ac:picMk id="13" creationId="{27F12371-1DA1-9FD9-010D-9BA2B303E72D}"/>
          </ac:picMkLst>
        </pc:picChg>
        <pc:picChg chg="add mod">
          <ac:chgData name="karthik ram prasad" userId="d705ce55a0377489" providerId="LiveId" clId="{251E1F59-8088-4C1B-B766-F7727039107B}" dt="2026-03-11T05:25:45.222" v="123" actId="1076"/>
          <ac:picMkLst>
            <pc:docMk/>
            <pc:sldMk cId="1966147276" sldId="349"/>
            <ac:picMk id="14" creationId="{95F24268-4F8F-5723-30AD-6FB9D43E2253}"/>
          </ac:picMkLst>
        </pc:picChg>
        <pc:picChg chg="del">
          <ac:chgData name="karthik ram prasad" userId="d705ce55a0377489" providerId="LiveId" clId="{251E1F59-8088-4C1B-B766-F7727039107B}" dt="2026-03-11T05:12:01.060" v="52" actId="478"/>
          <ac:picMkLst>
            <pc:docMk/>
            <pc:sldMk cId="1966147276" sldId="349"/>
            <ac:picMk id="15" creationId="{35459C37-9FB3-3197-4EC9-61132E550DDD}"/>
          </ac:picMkLst>
        </pc:picChg>
        <pc:picChg chg="add del mod">
          <ac:chgData name="karthik ram prasad" userId="d705ce55a0377489" providerId="LiveId" clId="{251E1F59-8088-4C1B-B766-F7727039107B}" dt="2026-03-11T05:16:17.469" v="90" actId="478"/>
          <ac:picMkLst>
            <pc:docMk/>
            <pc:sldMk cId="1966147276" sldId="349"/>
            <ac:picMk id="17" creationId="{C94644AF-CFF0-4AD3-E97E-D8DADB8FE852}"/>
          </ac:picMkLst>
        </pc:picChg>
      </pc:sldChg>
      <pc:sldChg chg="addSp modSp new mod">
        <pc:chgData name="karthik ram prasad" userId="d705ce55a0377489" providerId="LiveId" clId="{251E1F59-8088-4C1B-B766-F7727039107B}" dt="2026-03-11T05:25:25.330" v="119"/>
        <pc:sldMkLst>
          <pc:docMk/>
          <pc:sldMk cId="131426530" sldId="350"/>
        </pc:sldMkLst>
        <pc:spChg chg="mod">
          <ac:chgData name="karthik ram prasad" userId="d705ce55a0377489" providerId="LiveId" clId="{251E1F59-8088-4C1B-B766-F7727039107B}" dt="2026-03-11T05:25:25.330" v="119"/>
          <ac:spMkLst>
            <pc:docMk/>
            <pc:sldMk cId="131426530" sldId="350"/>
            <ac:spMk id="2" creationId="{973C64A2-AD64-BBE4-7BD2-268A4C780509}"/>
          </ac:spMkLst>
        </pc:spChg>
        <pc:spChg chg="mod">
          <ac:chgData name="karthik ram prasad" userId="d705ce55a0377489" providerId="LiveId" clId="{251E1F59-8088-4C1B-B766-F7727039107B}" dt="2026-03-11T05:25:25.330" v="119"/>
          <ac:spMkLst>
            <pc:docMk/>
            <pc:sldMk cId="131426530" sldId="350"/>
            <ac:spMk id="3" creationId="{01FEB0C0-9E1B-F293-DBCC-E9D23EA6406A}"/>
          </ac:spMkLst>
        </pc:spChg>
        <pc:spChg chg="mod">
          <ac:chgData name="karthik ram prasad" userId="d705ce55a0377489" providerId="LiveId" clId="{251E1F59-8088-4C1B-B766-F7727039107B}" dt="2026-03-11T05:25:25.330" v="119"/>
          <ac:spMkLst>
            <pc:docMk/>
            <pc:sldMk cId="131426530" sldId="350"/>
            <ac:spMk id="4" creationId="{267B68CB-2474-7CD5-2609-7C631306E4B8}"/>
          </ac:spMkLst>
        </pc:spChg>
        <pc:picChg chg="add mod">
          <ac:chgData name="karthik ram prasad" userId="d705ce55a0377489" providerId="LiveId" clId="{251E1F59-8088-4C1B-B766-F7727039107B}" dt="2026-03-11T05:17:01.832" v="97" actId="1076"/>
          <ac:picMkLst>
            <pc:docMk/>
            <pc:sldMk cId="131426530" sldId="350"/>
            <ac:picMk id="6" creationId="{59658340-43C0-5BFC-090B-EB872B3A7E56}"/>
          </ac:picMkLst>
        </pc:picChg>
        <pc:picChg chg="add mod">
          <ac:chgData name="karthik ram prasad" userId="d705ce55a0377489" providerId="LiveId" clId="{251E1F59-8088-4C1B-B766-F7727039107B}" dt="2026-03-11T05:17:52.594" v="102" actId="14100"/>
          <ac:picMkLst>
            <pc:docMk/>
            <pc:sldMk cId="131426530" sldId="350"/>
            <ac:picMk id="8" creationId="{17018BB9-40A9-683A-835C-7EEC3E877F27}"/>
          </ac:picMkLst>
        </pc:picChg>
        <pc:picChg chg="add mod">
          <ac:chgData name="karthik ram prasad" userId="d705ce55a0377489" providerId="LiveId" clId="{251E1F59-8088-4C1B-B766-F7727039107B}" dt="2026-03-11T05:18:27.860" v="106" actId="14100"/>
          <ac:picMkLst>
            <pc:docMk/>
            <pc:sldMk cId="131426530" sldId="350"/>
            <ac:picMk id="10" creationId="{C1463FF3-6258-7B1D-D7C1-1B725D7F3D5E}"/>
          </ac:picMkLst>
        </pc:picChg>
      </pc:sldChg>
      <pc:sldChg chg="addSp modSp new mod">
        <pc:chgData name="karthik ram prasad" userId="d705ce55a0377489" providerId="LiveId" clId="{251E1F59-8088-4C1B-B766-F7727039107B}" dt="2026-03-11T05:25:25.330" v="119"/>
        <pc:sldMkLst>
          <pc:docMk/>
          <pc:sldMk cId="955903389" sldId="351"/>
        </pc:sldMkLst>
        <pc:spChg chg="mod">
          <ac:chgData name="karthik ram prasad" userId="d705ce55a0377489" providerId="LiveId" clId="{251E1F59-8088-4C1B-B766-F7727039107B}" dt="2026-03-11T05:25:25.330" v="119"/>
          <ac:spMkLst>
            <pc:docMk/>
            <pc:sldMk cId="955903389" sldId="351"/>
            <ac:spMk id="2" creationId="{9786BF6F-9E3B-4066-CBAA-723B3112DAC9}"/>
          </ac:spMkLst>
        </pc:spChg>
        <pc:spChg chg="mod">
          <ac:chgData name="karthik ram prasad" userId="d705ce55a0377489" providerId="LiveId" clId="{251E1F59-8088-4C1B-B766-F7727039107B}" dt="2026-03-11T05:25:25.330" v="119"/>
          <ac:spMkLst>
            <pc:docMk/>
            <pc:sldMk cId="955903389" sldId="351"/>
            <ac:spMk id="3" creationId="{2153FA65-1D87-F316-D7CA-592A447AD934}"/>
          </ac:spMkLst>
        </pc:spChg>
        <pc:spChg chg="mod">
          <ac:chgData name="karthik ram prasad" userId="d705ce55a0377489" providerId="LiveId" clId="{251E1F59-8088-4C1B-B766-F7727039107B}" dt="2026-03-11T05:25:25.330" v="119"/>
          <ac:spMkLst>
            <pc:docMk/>
            <pc:sldMk cId="955903389" sldId="351"/>
            <ac:spMk id="4" creationId="{52A5EE4D-2DED-CE22-02F3-E99527D2DA31}"/>
          </ac:spMkLst>
        </pc:spChg>
        <pc:picChg chg="add mod">
          <ac:chgData name="karthik ram prasad" userId="d705ce55a0377489" providerId="LiveId" clId="{251E1F59-8088-4C1B-B766-F7727039107B}" dt="2026-03-11T05:19:37.761" v="113" actId="14100"/>
          <ac:picMkLst>
            <pc:docMk/>
            <pc:sldMk cId="955903389" sldId="351"/>
            <ac:picMk id="6" creationId="{5B18EF32-4D39-B2C2-6B44-D17B4C6F6E20}"/>
          </ac:picMkLst>
        </pc:picChg>
        <pc:picChg chg="add mod">
          <ac:chgData name="karthik ram prasad" userId="d705ce55a0377489" providerId="LiveId" clId="{251E1F59-8088-4C1B-B766-F7727039107B}" dt="2026-03-11T05:20:45.416" v="116" actId="1076"/>
          <ac:picMkLst>
            <pc:docMk/>
            <pc:sldMk cId="955903389" sldId="351"/>
            <ac:picMk id="8" creationId="{67576FE9-356E-938D-D060-073BEBFF2616}"/>
          </ac:picMkLst>
        </pc:picChg>
        <pc:picChg chg="add mod">
          <ac:chgData name="karthik ram prasad" userId="d705ce55a0377489" providerId="LiveId" clId="{251E1F59-8088-4C1B-B766-F7727039107B}" dt="2026-03-11T05:21:07.809" v="118" actId="1076"/>
          <ac:picMkLst>
            <pc:docMk/>
            <pc:sldMk cId="955903389" sldId="351"/>
            <ac:picMk id="10" creationId="{27B80C2F-0332-1FDD-7096-9166AFB563D9}"/>
          </ac:picMkLst>
        </pc:picChg>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3/11/2026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3/11/2026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6BF141C7-EF5A-1D4A-89F0-79C7DE818D53}" type="datetime1">
              <a:rPr lang="en-IN" smtClean="0"/>
              <a:t>11-03-2026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8C868A0C-C998-984C-ABE3-A33473D7CABD}" type="datetime1">
              <a:rPr lang="en-IN" smtClean="0"/>
              <a:t>11-03-2026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BDD2EF84-6667-8447-AC88-082F9D71D82C}" type="datetime1">
              <a:rPr lang="en-IN" smtClean="0"/>
              <a:t>11-03-2026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61563FD6-5C64-304A-9680-469E8D83D1BF}" type="datetime1">
              <a:rPr lang="en-IN" smtClean="0"/>
              <a:t>11-03-2026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D93985EC-8C41-0649-B43C-28421C497AA5}" type="datetime1">
              <a:rPr lang="en-IN" smtClean="0"/>
              <a:t>11-03-2026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C7FB085D-B69B-9C45-93A5-77F47F2F6792}" type="datetime1">
              <a:rPr lang="en-IN" smtClean="0"/>
              <a:t>11-03-2026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6462536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6918335F-2E5B-B14E-9706-E237C81E4155}" type="datetime1">
              <a:rPr lang="en-IN" smtClean="0"/>
              <a:t>11-03-2026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4C6E9-161C-B44B-AD70-8813DADCDED1}" type="datetime1">
              <a:rPr lang="en-IN" smtClean="0"/>
              <a:t>11-03-2026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51" r:id="rId7"/>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INSTRUCTIONS</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683829"/>
          </a:xfrm>
        </p:spPr>
        <p:txBody>
          <a:bodyPr>
            <a:normAutofit fontScale="92500" lnSpcReduction="10000"/>
          </a:bodyPr>
          <a:lstStyle/>
          <a:p>
            <a:r>
              <a:rPr lang="en-IN"/>
              <a:t>Use </a:t>
            </a:r>
            <a:r>
              <a:rPr lang="en-IN" dirty="0"/>
              <a:t>Font size 22 to 28 and Font Style </a:t>
            </a:r>
            <a:r>
              <a:rPr lang="en-IN" b="0" i="0" dirty="0">
                <a:solidFill>
                  <a:srgbClr val="0A0A0A"/>
                </a:solidFill>
                <a:effectLst/>
                <a:latin typeface="Google Sans"/>
              </a:rPr>
              <a:t>Times New Roman </a:t>
            </a:r>
            <a:r>
              <a:rPr lang="en-IN" dirty="0"/>
              <a:t>(body)</a:t>
            </a:r>
          </a:p>
          <a:p>
            <a:r>
              <a:rPr lang="en-IN" dirty="0"/>
              <a:t>Do not change the Template: Heading / Title of the slides</a:t>
            </a:r>
          </a:p>
          <a:p>
            <a:r>
              <a:rPr lang="en-IN" dirty="0"/>
              <a:t>Do not change font style or colours</a:t>
            </a:r>
          </a:p>
          <a:p>
            <a:r>
              <a:rPr lang="en-IN" dirty="0"/>
              <a:t>Do not copy paste paragraphs: use only Bullet Points</a:t>
            </a:r>
          </a:p>
          <a:p>
            <a:r>
              <a:rPr lang="en-IN" dirty="0"/>
              <a:t>Maximum slide Limit is 20 only</a:t>
            </a:r>
          </a:p>
          <a:p>
            <a:r>
              <a:rPr lang="en-IN" dirty="0"/>
              <a:t>As per the number of supervisor allotted adopt slide-2 or slide-3</a:t>
            </a:r>
          </a:p>
          <a:p>
            <a:r>
              <a:rPr lang="en-IN" dirty="0"/>
              <a:t>Please display the required meaningful Content or images or tables </a:t>
            </a:r>
          </a:p>
          <a:p>
            <a:r>
              <a:rPr lang="en-IN" dirty="0"/>
              <a:t>Change the footer accordingly using insert tab then click on header &amp; footer tab and edit it</a:t>
            </a:r>
          </a:p>
          <a:p>
            <a:r>
              <a:rPr lang="en-IN" dirty="0"/>
              <a:t>Save the PPT with Register No, Dept and Review no,  example: </a:t>
            </a:r>
            <a:r>
              <a:rPr lang="en-US" dirty="0"/>
              <a:t>23xxxxxxxxx_CSE</a:t>
            </a:r>
            <a:endParaRPr lang="en-IN"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9ADE338F-74DD-D142-8C58-9E4C5E66F6E8}" type="datetime1">
              <a:rPr lang="en-IN" smtClean="0"/>
              <a:t>11-03-2026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a:t>
            </a:fld>
            <a:endParaRPr lang="en-US"/>
          </a:p>
        </p:txBody>
      </p:sp>
    </p:spTree>
    <p:extLst>
      <p:ext uri="{BB962C8B-B14F-4D97-AF65-F5344CB8AC3E}">
        <p14:creationId xmlns:p14="http://schemas.microsoft.com/office/powerpoint/2010/main" val="2851391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494057" y="136525"/>
            <a:ext cx="11543614" cy="1128381"/>
          </a:xfrm>
        </p:spPr>
        <p:txBody>
          <a:bodyPr>
            <a:noAutofit/>
          </a:bodyPr>
          <a:lstStyle/>
          <a:p>
            <a:pPr algn="ctr">
              <a:lnSpc>
                <a:spcPct val="100000"/>
              </a:lnSpc>
            </a:pPr>
            <a:r>
              <a:rPr lang="en-US" sz="2400" dirty="0">
                <a:solidFill>
                  <a:srgbClr val="0070C0"/>
                </a:solidFill>
                <a:latin typeface="+mn-lt"/>
                <a:cs typeface="Arial" panose="020B0604020202020204" pitchFamily="34" charset="0"/>
              </a:rPr>
              <a:t>Title: </a:t>
            </a:r>
            <a:r>
              <a:rPr lang="en-US" sz="2400" dirty="0"/>
              <a:t>PROPERTY  PRICE  TREND AREA INSIGHTS</a:t>
            </a:r>
            <a:endParaRPr lang="en-US" sz="2400" dirty="0">
              <a:solidFill>
                <a:srgbClr val="FF0000"/>
              </a:solidFill>
              <a:latin typeface="+mn-lt"/>
              <a:cs typeface="Arial" panose="020B0604020202020204" pitchFamily="34" charset="0"/>
            </a:endParaRPr>
          </a:p>
        </p:txBody>
      </p:sp>
      <p:sp>
        <p:nvSpPr>
          <p:cNvPr id="3" name="Content Placeholder 2">
            <a:extLst>
              <a:ext uri="{FF2B5EF4-FFF2-40B4-BE49-F238E27FC236}">
                <a16:creationId xmlns:a16="http://schemas.microsoft.com/office/drawing/2014/main" id="{7AEAE0CE-45A1-A1FF-31F4-66CECAEF3059}"/>
              </a:ext>
            </a:extLst>
          </p:cNvPr>
          <p:cNvSpPr>
            <a:spLocks noGrp="1"/>
          </p:cNvSpPr>
          <p:nvPr>
            <p:ph sz="half" idx="1"/>
          </p:nvPr>
        </p:nvSpPr>
        <p:spPr>
          <a:xfrm>
            <a:off x="838200" y="1150130"/>
            <a:ext cx="10515600" cy="1097555"/>
          </a:xfrm>
        </p:spPr>
        <p:txBody>
          <a:bodyPr>
            <a:normAutofit fontScale="25000" lnSpcReduction="20000"/>
          </a:bodyPr>
          <a:lstStyle/>
          <a:p>
            <a:pPr marL="0" indent="0" algn="ctr">
              <a:buNone/>
            </a:pPr>
            <a:r>
              <a:rPr lang="en-US" sz="9600" dirty="0"/>
              <a:t>Student Name: N.KARTHIK RAM PRASAD</a:t>
            </a:r>
          </a:p>
          <a:p>
            <a:pPr marL="0" indent="0" algn="ctr">
              <a:buNone/>
            </a:pPr>
            <a:r>
              <a:rPr lang="en-US" sz="9600" dirty="0"/>
              <a:t>Student ID: 2520040046</a:t>
            </a:r>
            <a:endParaRPr lang="en-US" sz="2400" dirty="0"/>
          </a:p>
          <a:p>
            <a:pPr marL="0" indent="0" algn="ctr">
              <a:buNone/>
            </a:pPr>
            <a:r>
              <a:rPr lang="en-US" sz="11200" dirty="0"/>
              <a:t>Cluster:03</a:t>
            </a:r>
          </a:p>
          <a:p>
            <a:pPr marL="0" indent="0" algn="ctr">
              <a:buNone/>
            </a:pPr>
            <a:r>
              <a:rPr lang="en-US" sz="11200" dirty="0"/>
              <a:t>Section: 11</a:t>
            </a: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fld id="{D4ABCEED-36AB-D94A-B562-4D3E096B39D1}" type="datetime1">
              <a:rPr lang="en-IN" smtClean="0"/>
              <a:t>11-03-2026</a:t>
            </a:fld>
            <a:endParaRPr lang="en-US"/>
          </a:p>
        </p:txBody>
      </p:sp>
      <p:sp>
        <p:nvSpPr>
          <p:cNvPr id="5" name="Slide Number Placeholder 4">
            <a:extLst>
              <a:ext uri="{FF2B5EF4-FFF2-40B4-BE49-F238E27FC236}">
                <a16:creationId xmlns:a16="http://schemas.microsoft.com/office/drawing/2014/main" id="{8A4C03D2-3952-BF4D-18CA-C2C8547E2A2A}"/>
              </a:ext>
            </a:extLst>
          </p:cNvPr>
          <p:cNvSpPr>
            <a:spLocks noGrp="1"/>
          </p:cNvSpPr>
          <p:nvPr>
            <p:ph type="sldNum" sz="quarter" idx="12"/>
          </p:nvPr>
        </p:nvSpPr>
        <p:spPr/>
        <p:txBody>
          <a:bodyPr/>
          <a:lstStyle/>
          <a:p>
            <a:fld id="{B961B71F-4B40-8942-BB88-E0F5C0B46E10}" type="slidenum">
              <a:rPr lang="en-US" smtClean="0"/>
              <a:t>2</a:t>
            </a:fld>
            <a:endParaRPr lang="en-US"/>
          </a:p>
        </p:txBody>
      </p:sp>
      <p:pic>
        <p:nvPicPr>
          <p:cNvPr id="12" name="Picture 11" descr="A picture containing shape&#10;&#10;Description automatically generated">
            <a:extLst>
              <a:ext uri="{FF2B5EF4-FFF2-40B4-BE49-F238E27FC236}">
                <a16:creationId xmlns:a16="http://schemas.microsoft.com/office/drawing/2014/main" id="{22EBCDF0-8C0C-C908-85EA-FD8A72825B21}"/>
              </a:ext>
            </a:extLst>
          </p:cNvPr>
          <p:cNvPicPr>
            <a:picLocks noChangeAspect="1"/>
          </p:cNvPicPr>
          <p:nvPr/>
        </p:nvPicPr>
        <p:blipFill>
          <a:blip r:embed="rId2"/>
          <a:stretch>
            <a:fillRect/>
          </a:stretch>
        </p:blipFill>
        <p:spPr>
          <a:xfrm>
            <a:off x="5356361" y="5015918"/>
            <a:ext cx="1725712" cy="930978"/>
          </a:xfrm>
          <a:prstGeom prst="rect">
            <a:avLst/>
          </a:prstGeom>
        </p:spPr>
      </p:pic>
      <p:sp>
        <p:nvSpPr>
          <p:cNvPr id="13" name="Content Placeholder 3">
            <a:extLst>
              <a:ext uri="{FF2B5EF4-FFF2-40B4-BE49-F238E27FC236}">
                <a16:creationId xmlns:a16="http://schemas.microsoft.com/office/drawing/2014/main" id="{3F9DE7D0-41AC-90DD-3065-235240261B1B}"/>
              </a:ext>
            </a:extLst>
          </p:cNvPr>
          <p:cNvSpPr txBox="1">
            <a:spLocks/>
          </p:cNvSpPr>
          <p:nvPr/>
        </p:nvSpPr>
        <p:spPr>
          <a:xfrm>
            <a:off x="838200" y="3332480"/>
            <a:ext cx="11199471" cy="157194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8600" dirty="0"/>
              <a:t>Under the Guidance </a:t>
            </a:r>
          </a:p>
          <a:p>
            <a:pPr marL="0" indent="0" algn="ctr">
              <a:buNone/>
            </a:pPr>
            <a:r>
              <a:rPr lang="en-US" sz="8600" dirty="0"/>
              <a:t>of </a:t>
            </a:r>
            <a:endParaRPr lang="en-US" sz="8600" dirty="0">
              <a:solidFill>
                <a:srgbClr val="00B050"/>
              </a:solidFill>
            </a:endParaRPr>
          </a:p>
          <a:p>
            <a:pPr marL="0" indent="0" algn="ctr">
              <a:buNone/>
            </a:pPr>
            <a:r>
              <a:rPr lang="en-US" sz="8600" dirty="0">
                <a:solidFill>
                  <a:srgbClr val="00B050"/>
                </a:solidFill>
              </a:rPr>
              <a:t>Supervisor Name: RAKESH </a:t>
            </a:r>
          </a:p>
          <a:p>
            <a:pPr marL="0" indent="0" algn="ctr">
              <a:buNone/>
            </a:pPr>
            <a:r>
              <a:rPr lang="en-US" sz="8600" dirty="0">
                <a:solidFill>
                  <a:srgbClr val="00B050"/>
                </a:solidFill>
              </a:rPr>
              <a:t>Assistant Professor</a:t>
            </a:r>
          </a:p>
          <a:p>
            <a:pPr marL="0" indent="0" algn="ctr">
              <a:buNone/>
            </a:pPr>
            <a:r>
              <a:rPr lang="en-US" sz="8600" dirty="0">
                <a:solidFill>
                  <a:srgbClr val="00B050"/>
                </a:solidFill>
              </a:rPr>
              <a:t>Department of CSE</a:t>
            </a:r>
          </a:p>
          <a:p>
            <a:pPr marL="0" indent="0">
              <a:buFont typeface="Arial" panose="020B0604020202020204" pitchFamily="34" charset="0"/>
              <a:buNone/>
            </a:pPr>
            <a:endParaRPr lang="en-US" sz="2400" dirty="0">
              <a:solidFill>
                <a:srgbClr val="00B050"/>
              </a:solidFill>
            </a:endParaRPr>
          </a:p>
        </p:txBody>
      </p:sp>
    </p:spTree>
    <p:extLst>
      <p:ext uri="{BB962C8B-B14F-4D97-AF65-F5344CB8AC3E}">
        <p14:creationId xmlns:p14="http://schemas.microsoft.com/office/powerpoint/2010/main" val="1017016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OUTLINE</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683829"/>
          </a:xfrm>
        </p:spPr>
        <p:txBody>
          <a:bodyPr>
            <a:normAutofit fontScale="62500" lnSpcReduction="20000"/>
          </a:bodyPr>
          <a:lstStyle/>
          <a:p>
            <a:pPr marL="514350" indent="-514350">
              <a:buFont typeface="+mj-lt"/>
              <a:buAutoNum type="arabicPeriod"/>
            </a:pPr>
            <a:r>
              <a:rPr lang="en-IN" dirty="0"/>
              <a:t>Abstract</a:t>
            </a:r>
          </a:p>
          <a:p>
            <a:pPr marL="514350" indent="-514350">
              <a:buFont typeface="+mj-lt"/>
              <a:buAutoNum type="arabicPeriod"/>
            </a:pPr>
            <a:r>
              <a:rPr lang="en-IN" dirty="0"/>
              <a:t>Existing System </a:t>
            </a:r>
          </a:p>
          <a:p>
            <a:pPr marL="514350" indent="-514350">
              <a:buFont typeface="+mj-lt"/>
              <a:buAutoNum type="arabicPeriod"/>
            </a:pPr>
            <a:r>
              <a:rPr lang="en-IN" dirty="0"/>
              <a:t>Proposed System</a:t>
            </a:r>
          </a:p>
          <a:p>
            <a:pPr marL="514350" indent="-514350">
              <a:buFont typeface="+mj-lt"/>
              <a:buAutoNum type="arabicPeriod"/>
            </a:pPr>
            <a:r>
              <a:rPr lang="en-IN" dirty="0"/>
              <a:t>System Architecture</a:t>
            </a:r>
          </a:p>
          <a:p>
            <a:pPr marL="514350" indent="-514350">
              <a:buFont typeface="+mj-lt"/>
              <a:buAutoNum type="arabicPeriod"/>
            </a:pPr>
            <a:r>
              <a:rPr lang="en-IN" dirty="0"/>
              <a:t>Project Modules</a:t>
            </a:r>
          </a:p>
          <a:p>
            <a:pPr marL="514350" indent="-514350">
              <a:buFont typeface="+mj-lt"/>
              <a:buAutoNum type="arabicPeriod"/>
            </a:pPr>
            <a:r>
              <a:rPr lang="en-IN" dirty="0"/>
              <a:t>Objectives </a:t>
            </a:r>
          </a:p>
          <a:p>
            <a:pPr marL="514350" indent="-514350">
              <a:buFont typeface="+mj-lt"/>
              <a:buAutoNum type="arabicPeriod"/>
            </a:pPr>
            <a:r>
              <a:rPr lang="en-IN" dirty="0"/>
              <a:t>Co’s Attainments - FWD</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Co’s Attainments - DSA</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Screen Shots for FWD &amp; DSA</a:t>
            </a:r>
          </a:p>
          <a:p>
            <a:pPr marL="514350" indent="-514350">
              <a:buFont typeface="+mj-lt"/>
              <a:buAutoNum type="arabicPeriod"/>
            </a:pPr>
            <a:r>
              <a:rPr lang="en-IN" dirty="0"/>
              <a:t>Conclusion</a:t>
            </a:r>
          </a:p>
          <a:p>
            <a:pPr marL="514350" indent="-514350">
              <a:buFont typeface="+mj-lt"/>
              <a:buAutoNum type="arabicPeriod"/>
            </a:pPr>
            <a:r>
              <a:rPr lang="en-IN" dirty="0"/>
              <a:t>Geo-Tagged Photos</a:t>
            </a:r>
          </a:p>
          <a:p>
            <a:pPr marL="514350" indent="-514350">
              <a:buFont typeface="+mj-lt"/>
              <a:buAutoNum type="arabicPeriod"/>
            </a:pPr>
            <a:endParaRPr lang="en-IN" dirty="0"/>
          </a:p>
          <a:p>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5D381120-93CB-BF4D-9125-DC4781C9106A}" type="datetime1">
              <a:rPr lang="en-IN" smtClean="0"/>
              <a:t>11-03-2026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3</a:t>
            </a:fld>
            <a:endParaRPr lang="en-US"/>
          </a:p>
        </p:txBody>
      </p:sp>
    </p:spTree>
    <p:extLst>
      <p:ext uri="{BB962C8B-B14F-4D97-AF65-F5344CB8AC3E}">
        <p14:creationId xmlns:p14="http://schemas.microsoft.com/office/powerpoint/2010/main" val="3262393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Abstract</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a:bodyPr>
          <a:lstStyle/>
          <a:p>
            <a:r>
              <a:rPr lang="en-US" dirty="0"/>
              <a:t>Property Price Trend Area Insights is useful for understanding how real estate prices change across different locations and over time. By examining price trends, users can identify which areas are experiencing growth, which remain stable, and which are becoming more affordable. This information helps home buyers choose suitable locations within their budget and enables investors to identify areas with high return potential. It also helps real estate agents and planners understand market demand and development patterns.</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0A639D7-EAE1-7C4A-AC63-30DD6B16DE20}" type="datetime1">
              <a:rPr lang="en-IN" smtClean="0"/>
              <a:t>11-03-2026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4</a:t>
            </a:fld>
            <a:endParaRPr lang="en-US"/>
          </a:p>
        </p:txBody>
      </p:sp>
    </p:spTree>
    <p:extLst>
      <p:ext uri="{BB962C8B-B14F-4D97-AF65-F5344CB8AC3E}">
        <p14:creationId xmlns:p14="http://schemas.microsoft.com/office/powerpoint/2010/main" val="27157837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Existing System </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a:bodyPr>
          <a:lstStyle/>
          <a:p>
            <a:r>
              <a:rPr lang="en-US" dirty="0"/>
              <a:t>In the traditional real estate system:</a:t>
            </a:r>
          </a:p>
          <a:p>
            <a:r>
              <a:rPr lang="en-US" dirty="0"/>
              <a:t>Property price information is scattered across different websites.</a:t>
            </a:r>
          </a:p>
          <a:p>
            <a:r>
              <a:rPr lang="en-US" dirty="0"/>
              <a:t>Users must manually compare prices between locations.</a:t>
            </a:r>
          </a:p>
          <a:p>
            <a:r>
              <a:rPr lang="en-US" dirty="0"/>
              <a:t>Market trend analysis is difficult for normal users.</a:t>
            </a:r>
          </a:p>
          <a:p>
            <a:r>
              <a:rPr lang="en-US" dirty="0"/>
              <a:t>No centralized platform to view </a:t>
            </a:r>
            <a:r>
              <a:rPr lang="en-US" b="1" dirty="0"/>
              <a:t>area growth, demand, infrastructure ratings, and investment potential</a:t>
            </a:r>
            <a:r>
              <a:rPr lang="en-US" dirty="0"/>
              <a:t>.</a:t>
            </a:r>
          </a:p>
          <a:p>
            <a:r>
              <a:rPr lang="en-US" dirty="0"/>
              <a:t>Data visualization is limited.</a:t>
            </a:r>
          </a:p>
          <a:p>
            <a:pPr marL="457200" lvl="1" indent="-339725" algn="just"/>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2CB9F02-6AB8-A348-9013-8FCBB8174821}" type="datetime1">
              <a:rPr lang="en-IN" smtClean="0"/>
              <a:t>11-03-2026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5</a:t>
            </a:fld>
            <a:endParaRPr lang="en-US"/>
          </a:p>
        </p:txBody>
      </p:sp>
    </p:spTree>
    <p:extLst>
      <p:ext uri="{BB962C8B-B14F-4D97-AF65-F5344CB8AC3E}">
        <p14:creationId xmlns:p14="http://schemas.microsoft.com/office/powerpoint/2010/main" val="930833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E7308-1D11-0801-FB87-8CFF8CD98E9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EAE696E-C5CB-1479-F98C-F7C2D0B7BED0}"/>
              </a:ext>
            </a:extLst>
          </p:cNvPr>
          <p:cNvSpPr>
            <a:spLocks noGrp="1"/>
          </p:cNvSpPr>
          <p:nvPr>
            <p:ph type="title"/>
          </p:nvPr>
        </p:nvSpPr>
        <p:spPr>
          <a:xfrm>
            <a:off x="1180618" y="365126"/>
            <a:ext cx="9269668" cy="558606"/>
          </a:xfrm>
        </p:spPr>
        <p:txBody>
          <a:bodyPr>
            <a:normAutofit fontScale="90000"/>
          </a:bodyPr>
          <a:lstStyle/>
          <a:p>
            <a:pPr algn="ctr"/>
            <a:r>
              <a:rPr lang="en-US" b="1" dirty="0"/>
              <a:t>Proposed System</a:t>
            </a:r>
          </a:p>
        </p:txBody>
      </p:sp>
      <p:sp>
        <p:nvSpPr>
          <p:cNvPr id="4" name="Rectangle 2">
            <a:extLst>
              <a:ext uri="{FF2B5EF4-FFF2-40B4-BE49-F238E27FC236}">
                <a16:creationId xmlns:a16="http://schemas.microsoft.com/office/drawing/2014/main" id="{8B0835F7-999E-13E1-A17A-E48EB3E37C01}"/>
              </a:ext>
            </a:extLst>
          </p:cNvPr>
          <p:cNvSpPr>
            <a:spLocks noGrp="1" noChangeArrowheads="1"/>
          </p:cNvSpPr>
          <p:nvPr>
            <p:ph idx="1"/>
          </p:nvPr>
        </p:nvSpPr>
        <p:spPr bwMode="auto">
          <a:xfrm>
            <a:off x="838200" y="808457"/>
            <a:ext cx="10769082"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It helps users </a:t>
            </a:r>
            <a:r>
              <a:rPr kumimoji="0" lang="en-US" altLang="en-US" sz="1800" b="1" i="0" u="none" strike="noStrike" cap="none" normalizeH="0" baseline="0" dirty="0">
                <a:ln>
                  <a:noFill/>
                </a:ln>
                <a:solidFill>
                  <a:schemeClr val="tx1"/>
                </a:solidFill>
                <a:effectLst/>
                <a:latin typeface="Arial" panose="020B0604020202020204" pitchFamily="34" charset="0"/>
              </a:rPr>
              <a:t>understand market growth patterns</a:t>
            </a:r>
            <a:r>
              <a:rPr kumimoji="0" lang="en-US" altLang="en-US" sz="1800" b="0" i="0" u="none" strike="noStrike" cap="none" normalizeH="0" baseline="0" dirty="0">
                <a:ln>
                  <a:noFill/>
                </a:ln>
                <a:solidFill>
                  <a:schemeClr val="tx1"/>
                </a:solidFill>
                <a:effectLst/>
                <a:latin typeface="Arial" panose="020B0604020202020204" pitchFamily="34" charset="0"/>
              </a:rPr>
              <a:t> by displaying historical and current property price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system enables users to </a:t>
            </a:r>
            <a:r>
              <a:rPr kumimoji="0" lang="en-US" altLang="en-US" sz="1800" b="1" i="0" u="none" strike="noStrike" cap="none" normalizeH="0" baseline="0" dirty="0">
                <a:ln>
                  <a:noFill/>
                </a:ln>
                <a:solidFill>
                  <a:schemeClr val="tx1"/>
                </a:solidFill>
                <a:effectLst/>
                <a:latin typeface="Arial" panose="020B0604020202020204" pitchFamily="34" charset="0"/>
              </a:rPr>
              <a:t>identify high-growth areas</a:t>
            </a:r>
            <a:r>
              <a:rPr kumimoji="0" lang="en-US" altLang="en-US" sz="1800" b="0" i="0" u="none" strike="noStrike" cap="none" normalizeH="0" baseline="0" dirty="0">
                <a:ln>
                  <a:noFill/>
                </a:ln>
                <a:solidFill>
                  <a:schemeClr val="tx1"/>
                </a:solidFill>
                <a:effectLst/>
                <a:latin typeface="Arial" panose="020B0604020202020204" pitchFamily="34" charset="0"/>
              </a:rPr>
              <a:t> that may provide better investment opportunities.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It provides </a:t>
            </a:r>
            <a:r>
              <a:rPr kumimoji="0" lang="en-US" altLang="en-US" sz="1800" b="1" i="0" u="none" strike="noStrike" cap="none" normalizeH="0" baseline="0" dirty="0">
                <a:ln>
                  <a:noFill/>
                </a:ln>
                <a:solidFill>
                  <a:schemeClr val="tx1"/>
                </a:solidFill>
                <a:effectLst/>
                <a:latin typeface="Arial" panose="020B0604020202020204" pitchFamily="34" charset="0"/>
              </a:rPr>
              <a:t>detailed information about each area</a:t>
            </a:r>
            <a:r>
              <a:rPr kumimoji="0" lang="en-US" altLang="en-US" sz="1800" b="0" i="0" u="none" strike="noStrike" cap="none" normalizeH="0" baseline="0" dirty="0">
                <a:ln>
                  <a:noFill/>
                </a:ln>
                <a:solidFill>
                  <a:schemeClr val="tx1"/>
                </a:solidFill>
                <a:effectLst/>
                <a:latin typeface="Arial" panose="020B0604020202020204" pitchFamily="34" charset="0"/>
              </a:rPr>
              <a:t>, including price range, demand level, and growth rate.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application allows users to </a:t>
            </a:r>
            <a:r>
              <a:rPr kumimoji="0" lang="en-US" altLang="en-US" sz="1800" b="1" i="0" u="none" strike="noStrike" cap="none" normalizeH="0" baseline="0" dirty="0">
                <a:ln>
                  <a:noFill/>
                </a:ln>
                <a:solidFill>
                  <a:schemeClr val="tx1"/>
                </a:solidFill>
                <a:effectLst/>
                <a:latin typeface="Arial" panose="020B0604020202020204" pitchFamily="34" charset="0"/>
              </a:rPr>
              <a:t>visually analyze data through charts and graphical representations</a:t>
            </a:r>
            <a:r>
              <a:rPr kumimoji="0" lang="en-US" altLang="en-US" sz="1800" b="0" i="0" u="none" strike="noStrike" cap="none" normalizeH="0" baseline="0" dirty="0">
                <a:ln>
                  <a:noFill/>
                </a:ln>
                <a:solidFill>
                  <a:schemeClr val="tx1"/>
                </a:solidFill>
                <a:effectLst/>
                <a:latin typeface="Arial" panose="020B0604020202020204" pitchFamily="34" charset="0"/>
              </a:rPr>
              <a:t>, making the information easy to understand.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system supports </a:t>
            </a:r>
            <a:r>
              <a:rPr kumimoji="0" lang="en-US" altLang="en-US" sz="1800" b="1" i="0" u="none" strike="noStrike" cap="none" normalizeH="0" baseline="0" dirty="0">
                <a:ln>
                  <a:noFill/>
                </a:ln>
                <a:solidFill>
                  <a:schemeClr val="tx1"/>
                </a:solidFill>
                <a:effectLst/>
                <a:latin typeface="Arial" panose="020B0604020202020204" pitchFamily="34" charset="0"/>
              </a:rPr>
              <a:t>area comparison</a:t>
            </a:r>
            <a:r>
              <a:rPr kumimoji="0" lang="en-US" altLang="en-US" sz="1800" b="0" i="0" u="none" strike="noStrike" cap="none" normalizeH="0" baseline="0" dirty="0">
                <a:ln>
                  <a:noFill/>
                </a:ln>
                <a:solidFill>
                  <a:schemeClr val="tx1"/>
                </a:solidFill>
                <a:effectLst/>
                <a:latin typeface="Arial" panose="020B0604020202020204" pitchFamily="34" charset="0"/>
              </a:rPr>
              <a:t>, helping users evaluate multiple locations before making decisions.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It highlights </a:t>
            </a:r>
            <a:r>
              <a:rPr kumimoji="0" lang="en-US" altLang="en-US" sz="1800" b="1" i="0" u="none" strike="noStrike" cap="none" normalizeH="0" baseline="0" dirty="0">
                <a:ln>
                  <a:noFill/>
                </a:ln>
                <a:solidFill>
                  <a:schemeClr val="tx1"/>
                </a:solidFill>
                <a:effectLst/>
                <a:latin typeface="Arial" panose="020B0604020202020204" pitchFamily="34" charset="0"/>
              </a:rPr>
              <a:t>important market insights and trends</a:t>
            </a:r>
            <a:r>
              <a:rPr kumimoji="0" lang="en-US" altLang="en-US" sz="1800" b="0" i="0" u="none" strike="noStrike" cap="none" normalizeH="0" baseline="0" dirty="0">
                <a:ln>
                  <a:noFill/>
                </a:ln>
                <a:solidFill>
                  <a:schemeClr val="tx1"/>
                </a:solidFill>
                <a:effectLst/>
                <a:latin typeface="Arial" panose="020B0604020202020204" pitchFamily="34" charset="0"/>
              </a:rPr>
              <a:t>, helping users understand the current condition of the real estate market.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system improves </a:t>
            </a:r>
            <a:r>
              <a:rPr kumimoji="0" lang="en-US" altLang="en-US" sz="1800" b="1" i="0" u="none" strike="noStrike" cap="none" normalizeH="0" baseline="0" dirty="0">
                <a:ln>
                  <a:noFill/>
                </a:ln>
                <a:solidFill>
                  <a:schemeClr val="tx1"/>
                </a:solidFill>
                <a:effectLst/>
                <a:latin typeface="Arial" panose="020B0604020202020204" pitchFamily="34" charset="0"/>
              </a:rPr>
              <a:t>decision making for buyers and investors</a:t>
            </a:r>
            <a:r>
              <a:rPr kumimoji="0" lang="en-US" altLang="en-US" sz="1800" b="0" i="0" u="none" strike="noStrike" cap="none" normalizeH="0" baseline="0" dirty="0">
                <a:ln>
                  <a:noFill/>
                </a:ln>
                <a:solidFill>
                  <a:schemeClr val="tx1"/>
                </a:solidFill>
                <a:effectLst/>
                <a:latin typeface="Arial" panose="020B0604020202020204" pitchFamily="34" charset="0"/>
              </a:rPr>
              <a:t> by presenting property data in an organized way.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It reduces the </a:t>
            </a:r>
            <a:r>
              <a:rPr kumimoji="0" lang="en-US" altLang="en-US" sz="1800" b="1" i="0" u="none" strike="noStrike" cap="none" normalizeH="0" baseline="0" dirty="0">
                <a:ln>
                  <a:noFill/>
                </a:ln>
                <a:solidFill>
                  <a:schemeClr val="tx1"/>
                </a:solidFill>
                <a:effectLst/>
                <a:latin typeface="Arial" panose="020B0604020202020204" pitchFamily="34" charset="0"/>
              </a:rPr>
              <a:t>time required for property market analysis</a:t>
            </a:r>
            <a:r>
              <a:rPr kumimoji="0" lang="en-US" altLang="en-US" sz="1800" b="0" i="0" u="none" strike="noStrike" cap="none" normalizeH="0" baseline="0" dirty="0">
                <a:ln>
                  <a:noFill/>
                </a:ln>
                <a:solidFill>
                  <a:schemeClr val="tx1"/>
                </a:solidFill>
                <a:effectLst/>
                <a:latin typeface="Arial" panose="020B0604020202020204" pitchFamily="34" charset="0"/>
              </a:rPr>
              <a:t> by providing all necessary information in one place.</a:t>
            </a:r>
          </a:p>
        </p:txBody>
      </p:sp>
      <p:sp>
        <p:nvSpPr>
          <p:cNvPr id="5" name="Date Placeholder 4">
            <a:extLst>
              <a:ext uri="{FF2B5EF4-FFF2-40B4-BE49-F238E27FC236}">
                <a16:creationId xmlns:a16="http://schemas.microsoft.com/office/drawing/2014/main" id="{DBF95472-1444-D525-21F0-49779A036CF4}"/>
              </a:ext>
            </a:extLst>
          </p:cNvPr>
          <p:cNvSpPr>
            <a:spLocks noGrp="1"/>
          </p:cNvSpPr>
          <p:nvPr>
            <p:ph type="dt" sz="half" idx="10"/>
          </p:nvPr>
        </p:nvSpPr>
        <p:spPr/>
        <p:txBody>
          <a:bodyPr/>
          <a:lstStyle/>
          <a:p>
            <a:fld id="{20A639D7-EAE1-7C4A-AC63-30DD6B16DE20}" type="datetime1">
              <a:rPr lang="en-IN" smtClean="0"/>
              <a:t>11-03-2026</a:t>
            </a:fld>
            <a:endParaRPr lang="en-US"/>
          </a:p>
        </p:txBody>
      </p:sp>
      <p:sp>
        <p:nvSpPr>
          <p:cNvPr id="6" name="Footer Placeholder 5">
            <a:extLst>
              <a:ext uri="{FF2B5EF4-FFF2-40B4-BE49-F238E27FC236}">
                <a16:creationId xmlns:a16="http://schemas.microsoft.com/office/drawing/2014/main" id="{F5E105F9-7400-1835-C4B4-B38C94DE631B}"/>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F9D399E1-BA43-10D5-C92A-C058676C1ABA}"/>
              </a:ext>
            </a:extLst>
          </p:cNvPr>
          <p:cNvSpPr>
            <a:spLocks noGrp="1"/>
          </p:cNvSpPr>
          <p:nvPr>
            <p:ph type="sldNum" sz="quarter" idx="12"/>
          </p:nvPr>
        </p:nvSpPr>
        <p:spPr/>
        <p:txBody>
          <a:bodyPr/>
          <a:lstStyle/>
          <a:p>
            <a:fld id="{B961B71F-4B40-8942-BB88-E0F5C0B46E10}" type="slidenum">
              <a:rPr lang="en-US" smtClean="0"/>
              <a:t>6</a:t>
            </a:fld>
            <a:endParaRPr lang="en-US"/>
          </a:p>
        </p:txBody>
      </p:sp>
    </p:spTree>
    <p:extLst>
      <p:ext uri="{BB962C8B-B14F-4D97-AF65-F5344CB8AC3E}">
        <p14:creationId xmlns:p14="http://schemas.microsoft.com/office/powerpoint/2010/main" val="3205484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A1740-4A22-BB35-FC5B-E9B7814955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17383E4-A635-5D2C-0BA9-6A9D4A506E92}"/>
              </a:ext>
            </a:extLst>
          </p:cNvPr>
          <p:cNvSpPr>
            <a:spLocks noGrp="1"/>
          </p:cNvSpPr>
          <p:nvPr>
            <p:ph type="title"/>
          </p:nvPr>
        </p:nvSpPr>
        <p:spPr>
          <a:xfrm>
            <a:off x="1180618" y="365125"/>
            <a:ext cx="10173182" cy="1128009"/>
          </a:xfrm>
        </p:spPr>
        <p:txBody>
          <a:bodyPr/>
          <a:lstStyle/>
          <a:p>
            <a:pPr algn="ctr"/>
            <a:r>
              <a:rPr lang="en-US" b="1" dirty="0"/>
              <a:t>System Architecture</a:t>
            </a:r>
          </a:p>
        </p:txBody>
      </p:sp>
      <p:pic>
        <p:nvPicPr>
          <p:cNvPr id="16" name="Content Placeholder 15">
            <a:extLst>
              <a:ext uri="{FF2B5EF4-FFF2-40B4-BE49-F238E27FC236}">
                <a16:creationId xmlns:a16="http://schemas.microsoft.com/office/drawing/2014/main" id="{F4760866-70E7-33D8-4957-0F763B281411}"/>
              </a:ext>
            </a:extLst>
          </p:cNvPr>
          <p:cNvPicPr>
            <a:picLocks noGrp="1" noChangeAspect="1"/>
          </p:cNvPicPr>
          <p:nvPr>
            <p:ph idx="1"/>
          </p:nvPr>
        </p:nvPicPr>
        <p:blipFill>
          <a:blip r:embed="rId2"/>
          <a:stretch>
            <a:fillRect/>
          </a:stretch>
        </p:blipFill>
        <p:spPr bwMode="auto">
          <a:xfrm>
            <a:off x="1362269" y="1825625"/>
            <a:ext cx="9991531" cy="3698097"/>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ABAD3843-97BD-682A-B84E-8FDB1825801E}"/>
              </a:ext>
            </a:extLst>
          </p:cNvPr>
          <p:cNvSpPr>
            <a:spLocks noGrp="1"/>
          </p:cNvSpPr>
          <p:nvPr>
            <p:ph type="dt" sz="half" idx="10"/>
          </p:nvPr>
        </p:nvSpPr>
        <p:spPr/>
        <p:txBody>
          <a:bodyPr/>
          <a:lstStyle/>
          <a:p>
            <a:fld id="{20A639D7-EAE1-7C4A-AC63-30DD6B16DE20}" type="datetime1">
              <a:rPr lang="en-IN" smtClean="0"/>
              <a:t>11-03-2026</a:t>
            </a:fld>
            <a:endParaRPr lang="en-US"/>
          </a:p>
        </p:txBody>
      </p:sp>
      <p:sp>
        <p:nvSpPr>
          <p:cNvPr id="6" name="Footer Placeholder 5">
            <a:extLst>
              <a:ext uri="{FF2B5EF4-FFF2-40B4-BE49-F238E27FC236}">
                <a16:creationId xmlns:a16="http://schemas.microsoft.com/office/drawing/2014/main" id="{8AA237BD-B76F-738D-5648-B271AAD57998}"/>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27B2409B-FFAD-25CD-834C-0C2CA4A71B30}"/>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2" name="AutoShape 2">
            <a:extLst>
              <a:ext uri="{FF2B5EF4-FFF2-40B4-BE49-F238E27FC236}">
                <a16:creationId xmlns:a16="http://schemas.microsoft.com/office/drawing/2014/main" id="{F4B436A2-BEEC-4461-BC99-6C7D9B53F7E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489011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03485-1CDC-6A29-86F1-EC5F9BB7E72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F8E0586-CE85-480D-585E-FCD3C3448CF2}"/>
              </a:ext>
            </a:extLst>
          </p:cNvPr>
          <p:cNvSpPr>
            <a:spLocks noGrp="1"/>
          </p:cNvSpPr>
          <p:nvPr>
            <p:ph type="title"/>
          </p:nvPr>
        </p:nvSpPr>
        <p:spPr>
          <a:xfrm>
            <a:off x="1180618" y="365125"/>
            <a:ext cx="10173182" cy="1128009"/>
          </a:xfrm>
        </p:spPr>
        <p:txBody>
          <a:bodyPr/>
          <a:lstStyle/>
          <a:p>
            <a:pPr algn="ctr"/>
            <a:r>
              <a:rPr lang="en-US" b="1" dirty="0"/>
              <a:t>Project Modules</a:t>
            </a:r>
          </a:p>
        </p:txBody>
      </p:sp>
      <p:sp>
        <p:nvSpPr>
          <p:cNvPr id="9" name="Content Placeholder 8">
            <a:extLst>
              <a:ext uri="{FF2B5EF4-FFF2-40B4-BE49-F238E27FC236}">
                <a16:creationId xmlns:a16="http://schemas.microsoft.com/office/drawing/2014/main" id="{1890F206-B37F-761D-F471-0BF91F889799}"/>
              </a:ext>
            </a:extLst>
          </p:cNvPr>
          <p:cNvSpPr>
            <a:spLocks noGrp="1"/>
          </p:cNvSpPr>
          <p:nvPr>
            <p:ph idx="1"/>
          </p:nvPr>
        </p:nvSpPr>
        <p:spPr>
          <a:xfrm>
            <a:off x="243840" y="1198880"/>
            <a:ext cx="11109960" cy="4978083"/>
          </a:xfrm>
        </p:spPr>
        <p:txBody>
          <a:bodyPr>
            <a:normAutofit/>
          </a:bodyPr>
          <a:lstStyle/>
          <a:p>
            <a:pPr>
              <a:lnSpc>
                <a:spcPct val="100000"/>
              </a:lnSpc>
            </a:pPr>
            <a:r>
              <a:rPr lang="en-US" sz="1600" b="1" dirty="0"/>
              <a:t>1. Overview Module</a:t>
            </a:r>
          </a:p>
          <a:p>
            <a:pPr>
              <a:lnSpc>
                <a:spcPct val="100000"/>
              </a:lnSpc>
            </a:pPr>
            <a:r>
              <a:rPr lang="en-US" sz="1200" dirty="0"/>
              <a:t>Displays the </a:t>
            </a:r>
            <a:r>
              <a:rPr lang="en-US" sz="1200" b="1" dirty="0"/>
              <a:t>overall property market statistics</a:t>
            </a:r>
            <a:r>
              <a:rPr lang="en-US" sz="1200" dirty="0"/>
              <a:t> such as average price and market growth rate.</a:t>
            </a:r>
          </a:p>
          <a:p>
            <a:pPr>
              <a:lnSpc>
                <a:spcPct val="100000"/>
              </a:lnSpc>
            </a:pPr>
            <a:r>
              <a:rPr lang="en-US" sz="1200" dirty="0"/>
              <a:t>Provides a </a:t>
            </a:r>
            <a:r>
              <a:rPr lang="en-US" sz="1200" b="1" dirty="0"/>
              <a:t>summary dashboard</a:t>
            </a:r>
            <a:r>
              <a:rPr lang="en-US" sz="1200" dirty="0"/>
              <a:t> with important real estate information.</a:t>
            </a:r>
          </a:p>
          <a:p>
            <a:pPr>
              <a:lnSpc>
                <a:spcPct val="100000"/>
              </a:lnSpc>
            </a:pPr>
            <a:r>
              <a:rPr lang="en-US" sz="1200" dirty="0"/>
              <a:t>Uses </a:t>
            </a:r>
            <a:r>
              <a:rPr lang="en-US" sz="1200" b="1" dirty="0"/>
              <a:t>charts and cards</a:t>
            </a:r>
            <a:r>
              <a:rPr lang="en-US" sz="1200" dirty="0"/>
              <a:t> to present market data clearly to the user.</a:t>
            </a:r>
          </a:p>
          <a:p>
            <a:endParaRPr lang="en-US" dirty="0"/>
          </a:p>
        </p:txBody>
      </p:sp>
      <p:sp>
        <p:nvSpPr>
          <p:cNvPr id="5" name="Date Placeholder 4">
            <a:extLst>
              <a:ext uri="{FF2B5EF4-FFF2-40B4-BE49-F238E27FC236}">
                <a16:creationId xmlns:a16="http://schemas.microsoft.com/office/drawing/2014/main" id="{919FF571-AABB-DBF0-2720-7F01DFDDF1CF}"/>
              </a:ext>
            </a:extLst>
          </p:cNvPr>
          <p:cNvSpPr>
            <a:spLocks noGrp="1"/>
          </p:cNvSpPr>
          <p:nvPr>
            <p:ph type="dt" sz="half" idx="10"/>
          </p:nvPr>
        </p:nvSpPr>
        <p:spPr/>
        <p:txBody>
          <a:bodyPr/>
          <a:lstStyle/>
          <a:p>
            <a:fld id="{20A639D7-EAE1-7C4A-AC63-30DD6B16DE20}" type="datetime1">
              <a:rPr lang="en-IN" smtClean="0"/>
              <a:t>11-03-2026</a:t>
            </a:fld>
            <a:endParaRPr lang="en-US"/>
          </a:p>
        </p:txBody>
      </p:sp>
      <p:sp>
        <p:nvSpPr>
          <p:cNvPr id="6" name="Footer Placeholder 5">
            <a:extLst>
              <a:ext uri="{FF2B5EF4-FFF2-40B4-BE49-F238E27FC236}">
                <a16:creationId xmlns:a16="http://schemas.microsoft.com/office/drawing/2014/main" id="{ECAF6678-7BBF-2FBC-8619-C887BD26D4F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E45A9859-4671-FF5D-1356-4CDA5C5CDEA3}"/>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10" name="TextBox 9">
            <a:extLst>
              <a:ext uri="{FF2B5EF4-FFF2-40B4-BE49-F238E27FC236}">
                <a16:creationId xmlns:a16="http://schemas.microsoft.com/office/drawing/2014/main" id="{D530F1B8-30C8-C3E9-D53A-18A90E28EF0B}"/>
              </a:ext>
            </a:extLst>
          </p:cNvPr>
          <p:cNvSpPr txBox="1"/>
          <p:nvPr/>
        </p:nvSpPr>
        <p:spPr>
          <a:xfrm>
            <a:off x="81280" y="2438400"/>
            <a:ext cx="8900160" cy="1015663"/>
          </a:xfrm>
          <a:prstGeom prst="rect">
            <a:avLst/>
          </a:prstGeom>
          <a:noFill/>
        </p:spPr>
        <p:txBody>
          <a:bodyPr wrap="square">
            <a:spAutoFit/>
          </a:bodyPr>
          <a:lstStyle/>
          <a:p>
            <a:pPr>
              <a:buNone/>
            </a:pPr>
            <a:r>
              <a:rPr lang="en-US" sz="1400" b="1" dirty="0"/>
              <a:t>2. Price Trend Analysis Module</a:t>
            </a:r>
          </a:p>
          <a:p>
            <a:pPr marL="285750" indent="-285750" algn="just">
              <a:buFont typeface="Arial" panose="020B0604020202020204" pitchFamily="34" charset="0"/>
              <a:buChar char="•"/>
            </a:pPr>
            <a:r>
              <a:rPr lang="en-US" sz="1400" dirty="0"/>
              <a:t>Analyzes </a:t>
            </a:r>
            <a:r>
              <a:rPr lang="en-US" sz="1400" b="1" dirty="0"/>
              <a:t>property price changes over different time periods</a:t>
            </a:r>
            <a:r>
              <a:rPr lang="en-US" sz="1400" dirty="0"/>
              <a:t>.</a:t>
            </a:r>
          </a:p>
          <a:p>
            <a:pPr marL="285750" indent="-285750" algn="just">
              <a:buFont typeface="Arial" panose="020B0604020202020204" pitchFamily="34" charset="0"/>
              <a:buChar char="•"/>
            </a:pPr>
            <a:r>
              <a:rPr lang="en-US" sz="1400" dirty="0"/>
              <a:t>Allows users to </a:t>
            </a:r>
            <a:r>
              <a:rPr lang="en-US" sz="1400" b="1" dirty="0"/>
              <a:t>filter data based on area, property type, and time period</a:t>
            </a:r>
            <a:r>
              <a:rPr lang="en-US" sz="1400" dirty="0"/>
              <a:t>.</a:t>
            </a:r>
          </a:p>
          <a:p>
            <a:pPr marL="285750" indent="-285750" algn="just">
              <a:buFont typeface="Arial" panose="020B0604020202020204" pitchFamily="34" charset="0"/>
              <a:buChar char="•"/>
            </a:pPr>
            <a:r>
              <a:rPr lang="en-US" sz="1400" dirty="0"/>
              <a:t>Displays </a:t>
            </a:r>
            <a:r>
              <a:rPr lang="en-US" sz="1400" b="1" dirty="0"/>
              <a:t>visual graphs</a:t>
            </a:r>
            <a:r>
              <a:rPr lang="en-US" sz="1400" dirty="0"/>
              <a:t> like bar charts and doughnut charts for better understanding</a:t>
            </a:r>
            <a:r>
              <a:rPr lang="en-US" dirty="0"/>
              <a:t>.</a:t>
            </a:r>
          </a:p>
        </p:txBody>
      </p:sp>
      <p:sp>
        <p:nvSpPr>
          <p:cNvPr id="14" name="TextBox 13">
            <a:extLst>
              <a:ext uri="{FF2B5EF4-FFF2-40B4-BE49-F238E27FC236}">
                <a16:creationId xmlns:a16="http://schemas.microsoft.com/office/drawing/2014/main" id="{0447098B-E8FA-5D00-9C8E-8B533052D050}"/>
              </a:ext>
            </a:extLst>
          </p:cNvPr>
          <p:cNvSpPr txBox="1"/>
          <p:nvPr/>
        </p:nvSpPr>
        <p:spPr>
          <a:xfrm>
            <a:off x="81280" y="3430518"/>
            <a:ext cx="8900160" cy="923330"/>
          </a:xfrm>
          <a:prstGeom prst="rect">
            <a:avLst/>
          </a:prstGeom>
          <a:noFill/>
        </p:spPr>
        <p:txBody>
          <a:bodyPr wrap="square">
            <a:spAutoFit/>
          </a:bodyPr>
          <a:lstStyle/>
          <a:p>
            <a:pPr>
              <a:lnSpc>
                <a:spcPct val="150000"/>
              </a:lnSpc>
            </a:pPr>
            <a:r>
              <a:rPr lang="en-US" sz="1200" b="1" dirty="0"/>
              <a:t>3. Area Analysis Module</a:t>
            </a:r>
          </a:p>
          <a:p>
            <a:pPr marL="285750" indent="-285750">
              <a:buFont typeface="Arial" panose="020B0604020202020204" pitchFamily="34" charset="0"/>
              <a:buChar char="•"/>
            </a:pPr>
            <a:r>
              <a:rPr lang="en-US" sz="1200" dirty="0"/>
              <a:t>Provides </a:t>
            </a:r>
            <a:r>
              <a:rPr lang="en-US" sz="1200" b="1" dirty="0"/>
              <a:t>detailed information about each real estate area</a:t>
            </a:r>
            <a:r>
              <a:rPr lang="en-US" sz="1200" dirty="0"/>
              <a:t>.</a:t>
            </a:r>
          </a:p>
          <a:p>
            <a:pPr marL="285750" indent="-285750">
              <a:buFont typeface="Arial" panose="020B0604020202020204" pitchFamily="34" charset="0"/>
              <a:buChar char="•"/>
            </a:pPr>
            <a:r>
              <a:rPr lang="en-US" sz="1200" dirty="0"/>
              <a:t>Displays </a:t>
            </a:r>
            <a:r>
              <a:rPr lang="en-US" sz="1200" b="1" dirty="0"/>
              <a:t>growth rate, average price, and property availability</a:t>
            </a:r>
            <a:r>
              <a:rPr lang="en-US" sz="1200" dirty="0"/>
              <a:t> for every location.</a:t>
            </a:r>
          </a:p>
          <a:p>
            <a:pPr marL="285750" indent="-285750">
              <a:buFont typeface="Arial" panose="020B0604020202020204" pitchFamily="34" charset="0"/>
              <a:buChar char="•"/>
            </a:pPr>
            <a:r>
              <a:rPr lang="en-US" sz="1200" dirty="0"/>
              <a:t>Uses </a:t>
            </a:r>
            <a:r>
              <a:rPr lang="en-US" sz="1200" b="1" dirty="0"/>
              <a:t>heatmaps and statistics</a:t>
            </a:r>
            <a:r>
              <a:rPr lang="en-US" sz="1200" dirty="0"/>
              <a:t> to show area performance.</a:t>
            </a:r>
          </a:p>
        </p:txBody>
      </p:sp>
      <p:sp>
        <p:nvSpPr>
          <p:cNvPr id="16" name="TextBox 15">
            <a:extLst>
              <a:ext uri="{FF2B5EF4-FFF2-40B4-BE49-F238E27FC236}">
                <a16:creationId xmlns:a16="http://schemas.microsoft.com/office/drawing/2014/main" id="{07196EEC-E93C-6534-7059-2A24659041F0}"/>
              </a:ext>
            </a:extLst>
          </p:cNvPr>
          <p:cNvSpPr txBox="1"/>
          <p:nvPr/>
        </p:nvSpPr>
        <p:spPr>
          <a:xfrm>
            <a:off x="81280" y="4399329"/>
            <a:ext cx="6959600" cy="738664"/>
          </a:xfrm>
          <a:prstGeom prst="rect">
            <a:avLst/>
          </a:prstGeom>
          <a:noFill/>
        </p:spPr>
        <p:txBody>
          <a:bodyPr wrap="square">
            <a:spAutoFit/>
          </a:bodyPr>
          <a:lstStyle/>
          <a:p>
            <a:pPr algn="just"/>
            <a:r>
              <a:rPr lang="en-US" sz="1050" b="1" dirty="0"/>
              <a:t>4. Area Comparison Module</a:t>
            </a:r>
          </a:p>
          <a:p>
            <a:pPr marL="285750" indent="-285750">
              <a:buFont typeface="Arial" panose="020B0604020202020204" pitchFamily="34" charset="0"/>
              <a:buChar char="•"/>
            </a:pPr>
            <a:r>
              <a:rPr lang="en-US" sz="1050" dirty="0"/>
              <a:t>Allows users to </a:t>
            </a:r>
            <a:r>
              <a:rPr lang="en-US" sz="1050" b="1" dirty="0"/>
              <a:t>compare two different areas</a:t>
            </a:r>
            <a:r>
              <a:rPr lang="en-US" sz="1050" dirty="0"/>
              <a:t>.</a:t>
            </a:r>
          </a:p>
          <a:p>
            <a:pPr marL="285750" indent="-285750">
              <a:buFont typeface="Arial" panose="020B0604020202020204" pitchFamily="34" charset="0"/>
              <a:buChar char="•"/>
            </a:pPr>
            <a:r>
              <a:rPr lang="en-US" sz="1050" dirty="0"/>
              <a:t>Shows comparison based on </a:t>
            </a:r>
            <a:r>
              <a:rPr lang="en-US" sz="1050" b="1" dirty="0"/>
              <a:t>price, growth rate, and infrastructure</a:t>
            </a:r>
            <a:r>
              <a:rPr lang="en-US" sz="1050" dirty="0"/>
              <a:t>.</a:t>
            </a:r>
          </a:p>
          <a:p>
            <a:pPr marL="285750" indent="-285750">
              <a:buFont typeface="Arial" panose="020B0604020202020204" pitchFamily="34" charset="0"/>
              <a:buChar char="•"/>
            </a:pPr>
            <a:r>
              <a:rPr lang="en-US" sz="1050" dirty="0"/>
              <a:t>Uses </a:t>
            </a:r>
            <a:r>
              <a:rPr lang="en-US" sz="1050" b="1" dirty="0"/>
              <a:t>radar charts</a:t>
            </a:r>
            <a:r>
              <a:rPr lang="en-US" sz="1050" dirty="0"/>
              <a:t> to visually compare the performance of areas.</a:t>
            </a:r>
          </a:p>
        </p:txBody>
      </p:sp>
      <p:sp>
        <p:nvSpPr>
          <p:cNvPr id="18" name="TextBox 17">
            <a:extLst>
              <a:ext uri="{FF2B5EF4-FFF2-40B4-BE49-F238E27FC236}">
                <a16:creationId xmlns:a16="http://schemas.microsoft.com/office/drawing/2014/main" id="{4EE2F937-5711-169E-34FC-782304EDE231}"/>
              </a:ext>
            </a:extLst>
          </p:cNvPr>
          <p:cNvSpPr txBox="1"/>
          <p:nvPr/>
        </p:nvSpPr>
        <p:spPr>
          <a:xfrm>
            <a:off x="81280" y="5197455"/>
            <a:ext cx="6096000" cy="923330"/>
          </a:xfrm>
          <a:prstGeom prst="rect">
            <a:avLst/>
          </a:prstGeom>
          <a:noFill/>
        </p:spPr>
        <p:txBody>
          <a:bodyPr wrap="square">
            <a:spAutoFit/>
          </a:bodyPr>
          <a:lstStyle/>
          <a:p>
            <a:pPr>
              <a:buNone/>
            </a:pPr>
            <a:r>
              <a:rPr lang="en-US" sz="1200" b="1" dirty="0"/>
              <a:t>5. Insights Module</a:t>
            </a:r>
          </a:p>
          <a:p>
            <a:pPr marL="171450" indent="-171450">
              <a:lnSpc>
                <a:spcPct val="150000"/>
              </a:lnSpc>
              <a:buFont typeface="Arial" panose="020B0604020202020204" pitchFamily="34" charset="0"/>
              <a:buChar char="•"/>
            </a:pPr>
            <a:r>
              <a:rPr lang="en-US" sz="1200" dirty="0"/>
              <a:t>Provides </a:t>
            </a:r>
            <a:r>
              <a:rPr lang="en-US" sz="1200" b="1" dirty="0"/>
              <a:t>market insights and recommendations</a:t>
            </a:r>
            <a:r>
              <a:rPr lang="en-US" sz="1200" dirty="0"/>
              <a:t> based on property data.</a:t>
            </a:r>
          </a:p>
          <a:p>
            <a:pPr marL="171450" indent="-171450">
              <a:buFont typeface="Arial" panose="020B0604020202020204" pitchFamily="34" charset="0"/>
              <a:buChar char="•"/>
            </a:pPr>
            <a:r>
              <a:rPr lang="en-US" sz="1200" dirty="0"/>
              <a:t>Identifies </a:t>
            </a:r>
            <a:r>
              <a:rPr lang="en-US" sz="1200" b="1" dirty="0"/>
              <a:t>high-growth and investment opportunities</a:t>
            </a:r>
            <a:r>
              <a:rPr lang="en-US" sz="1200" dirty="0"/>
              <a:t>.</a:t>
            </a:r>
          </a:p>
          <a:p>
            <a:pPr marL="171450" indent="-171450">
              <a:buFont typeface="Arial" panose="020B0604020202020204" pitchFamily="34" charset="0"/>
              <a:buChar char="•"/>
            </a:pPr>
            <a:r>
              <a:rPr lang="en-US" sz="1200" dirty="0"/>
              <a:t>Displays </a:t>
            </a:r>
            <a:r>
              <a:rPr lang="en-US" sz="1200" b="1" dirty="0"/>
              <a:t>market performance indicators</a:t>
            </a:r>
            <a:r>
              <a:rPr lang="en-US" sz="1200" dirty="0"/>
              <a:t> such as investment risk and buyer interest.</a:t>
            </a:r>
          </a:p>
        </p:txBody>
      </p:sp>
    </p:spTree>
    <p:extLst>
      <p:ext uri="{BB962C8B-B14F-4D97-AF65-F5344CB8AC3E}">
        <p14:creationId xmlns:p14="http://schemas.microsoft.com/office/powerpoint/2010/main" val="4072965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73125-DE57-89FD-81B9-AA8B783FC87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87EB9E5-2196-BA25-5BC0-0ADC2050CEF9}"/>
              </a:ext>
            </a:extLst>
          </p:cNvPr>
          <p:cNvSpPr>
            <a:spLocks noGrp="1"/>
          </p:cNvSpPr>
          <p:nvPr>
            <p:ph type="title"/>
          </p:nvPr>
        </p:nvSpPr>
        <p:spPr>
          <a:xfrm>
            <a:off x="1180618" y="365125"/>
            <a:ext cx="10173182" cy="1128009"/>
          </a:xfrm>
        </p:spPr>
        <p:txBody>
          <a:bodyPr/>
          <a:lstStyle/>
          <a:p>
            <a:pPr algn="ctr"/>
            <a:r>
              <a:rPr lang="en-US" b="1" dirty="0"/>
              <a:t>Objectives</a:t>
            </a:r>
          </a:p>
        </p:txBody>
      </p:sp>
      <p:sp>
        <p:nvSpPr>
          <p:cNvPr id="3" name="Content Placeholder 2">
            <a:extLst>
              <a:ext uri="{FF2B5EF4-FFF2-40B4-BE49-F238E27FC236}">
                <a16:creationId xmlns:a16="http://schemas.microsoft.com/office/drawing/2014/main" id="{884906DB-CB34-1AAF-BD7B-B9D05E145911}"/>
              </a:ext>
            </a:extLst>
          </p:cNvPr>
          <p:cNvSpPr>
            <a:spLocks noGrp="1" noChangeArrowheads="1"/>
          </p:cNvSpPr>
          <p:nvPr>
            <p:ph idx="1"/>
          </p:nvPr>
        </p:nvSpPr>
        <p:spPr bwMode="auto">
          <a:xfrm>
            <a:off x="365760" y="1370703"/>
            <a:ext cx="107696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a:ln>
                  <a:noFill/>
                </a:ln>
                <a:solidFill>
                  <a:schemeClr val="tx1"/>
                </a:solidFill>
                <a:effectLst/>
                <a:latin typeface="Arial" panose="020B0604020202020204" pitchFamily="34" charset="0"/>
              </a:rPr>
              <a:t>To analyze property price trends</a:t>
            </a:r>
            <a:r>
              <a:rPr kumimoji="0" lang="en-US" altLang="en-US" sz="2400" b="0" i="0" u="none" strike="noStrike" cap="none" normalizeH="0" baseline="0">
                <a:ln>
                  <a:noFill/>
                </a:ln>
                <a:solidFill>
                  <a:schemeClr val="tx1"/>
                </a:solidFill>
                <a:effectLst/>
                <a:latin typeface="Arial" panose="020B0604020202020204" pitchFamily="34" charset="0"/>
              </a:rPr>
              <a:t> across different areas to understand real estate market behavior.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a:ln>
                  <a:noFill/>
                </a:ln>
                <a:solidFill>
                  <a:schemeClr val="tx1"/>
                </a:solidFill>
                <a:effectLst/>
                <a:latin typeface="Arial" panose="020B0604020202020204" pitchFamily="34" charset="0"/>
              </a:rPr>
              <a:t>To provide graphical visualization of property data</a:t>
            </a:r>
            <a:r>
              <a:rPr kumimoji="0" lang="en-US" altLang="en-US" sz="2400" b="0" i="0" u="none" strike="noStrike" cap="none" normalizeH="0" baseline="0">
                <a:ln>
                  <a:noFill/>
                </a:ln>
                <a:solidFill>
                  <a:schemeClr val="tx1"/>
                </a:solidFill>
                <a:effectLst/>
                <a:latin typeface="Arial" panose="020B0604020202020204" pitchFamily="34" charset="0"/>
              </a:rPr>
              <a:t> using charts and graphs for easy understanding.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a:ln>
                  <a:noFill/>
                </a:ln>
                <a:solidFill>
                  <a:schemeClr val="tx1"/>
                </a:solidFill>
                <a:effectLst/>
                <a:latin typeface="Arial" panose="020B0604020202020204" pitchFamily="34" charset="0"/>
              </a:rPr>
              <a:t>To compare different locations</a:t>
            </a:r>
            <a:r>
              <a:rPr kumimoji="0" lang="en-US" altLang="en-US" sz="2400" b="0" i="0" u="none" strike="noStrike" cap="none" normalizeH="0" baseline="0">
                <a:ln>
                  <a:noFill/>
                </a:ln>
                <a:solidFill>
                  <a:schemeClr val="tx1"/>
                </a:solidFill>
                <a:effectLst/>
                <a:latin typeface="Arial" panose="020B0604020202020204" pitchFamily="34" charset="0"/>
              </a:rPr>
              <a:t> based on price, growth rate, and demand to help users choose the best area.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a:ln>
                  <a:noFill/>
                </a:ln>
                <a:solidFill>
                  <a:schemeClr val="tx1"/>
                </a:solidFill>
                <a:effectLst/>
                <a:latin typeface="Arial" panose="020B0604020202020204" pitchFamily="34" charset="0"/>
              </a:rPr>
              <a:t>To help investors and home buyers make better decisions</a:t>
            </a:r>
            <a:r>
              <a:rPr kumimoji="0" lang="en-US" altLang="en-US" sz="2400" b="0" i="0" u="none" strike="noStrike" cap="none" normalizeH="0" baseline="0">
                <a:ln>
                  <a:noFill/>
                </a:ln>
                <a:solidFill>
                  <a:schemeClr val="tx1"/>
                </a:solidFill>
                <a:effectLst/>
                <a:latin typeface="Arial" panose="020B0604020202020204" pitchFamily="34" charset="0"/>
              </a:rPr>
              <a:t> by providing clear real estate insights.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a:ln>
                  <a:noFill/>
                </a:ln>
                <a:solidFill>
                  <a:schemeClr val="tx1"/>
                </a:solidFill>
                <a:effectLst/>
                <a:latin typeface="Arial" panose="020B0604020202020204" pitchFamily="34" charset="0"/>
              </a:rPr>
              <a:t>To identify high-growth areas</a:t>
            </a:r>
            <a:r>
              <a:rPr kumimoji="0" lang="en-US" altLang="en-US" sz="2400" b="0" i="0" u="none" strike="noStrike" cap="none" normalizeH="0" baseline="0">
                <a:ln>
                  <a:noFill/>
                </a:ln>
                <a:solidFill>
                  <a:schemeClr val="tx1"/>
                </a:solidFill>
                <a:effectLst/>
                <a:latin typeface="Arial" panose="020B0604020202020204" pitchFamily="34" charset="0"/>
              </a:rPr>
              <a:t> that offer better investment opportunities in the property market.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a:ln>
                  <a:noFill/>
                </a:ln>
                <a:solidFill>
                  <a:schemeClr val="tx1"/>
                </a:solidFill>
                <a:effectLst/>
                <a:latin typeface="Arial" panose="020B0604020202020204" pitchFamily="34" charset="0"/>
              </a:rPr>
              <a:t>To create an interactive web-based platform</a:t>
            </a:r>
            <a:r>
              <a:rPr kumimoji="0" lang="en-US" altLang="en-US" sz="2400" b="0" i="0" u="none" strike="noStrike" cap="none" normalizeH="0" baseline="0">
                <a:ln>
                  <a:noFill/>
                </a:ln>
                <a:solidFill>
                  <a:schemeClr val="tx1"/>
                </a:solidFill>
                <a:effectLst/>
                <a:latin typeface="Arial" panose="020B0604020202020204" pitchFamily="34" charset="0"/>
              </a:rPr>
              <a:t> where users can filter, analyze, and explore property market information.</a:t>
            </a:r>
          </a:p>
        </p:txBody>
      </p:sp>
      <p:sp>
        <p:nvSpPr>
          <p:cNvPr id="5" name="Date Placeholder 4">
            <a:extLst>
              <a:ext uri="{FF2B5EF4-FFF2-40B4-BE49-F238E27FC236}">
                <a16:creationId xmlns:a16="http://schemas.microsoft.com/office/drawing/2014/main" id="{268B0D62-5A39-5424-9CF6-9A5122E0D21E}"/>
              </a:ext>
            </a:extLst>
          </p:cNvPr>
          <p:cNvSpPr>
            <a:spLocks noGrp="1"/>
          </p:cNvSpPr>
          <p:nvPr>
            <p:ph type="dt" sz="half" idx="10"/>
          </p:nvPr>
        </p:nvSpPr>
        <p:spPr/>
        <p:txBody>
          <a:bodyPr/>
          <a:lstStyle/>
          <a:p>
            <a:fld id="{20A639D7-EAE1-7C4A-AC63-30DD6B16DE20}" type="datetime1">
              <a:rPr lang="en-IN" smtClean="0"/>
              <a:t>11-03-2026</a:t>
            </a:fld>
            <a:endParaRPr lang="en-US"/>
          </a:p>
        </p:txBody>
      </p:sp>
      <p:sp>
        <p:nvSpPr>
          <p:cNvPr id="6" name="Footer Placeholder 5">
            <a:extLst>
              <a:ext uri="{FF2B5EF4-FFF2-40B4-BE49-F238E27FC236}">
                <a16:creationId xmlns:a16="http://schemas.microsoft.com/office/drawing/2014/main" id="{47045F34-84C7-08FE-3B8E-621019BE8AFE}"/>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796C40D6-1BC6-8947-EA26-62259BD2C227}"/>
              </a:ext>
            </a:extLst>
          </p:cNvPr>
          <p:cNvSpPr>
            <a:spLocks noGrp="1"/>
          </p:cNvSpPr>
          <p:nvPr>
            <p:ph type="sldNum" sz="quarter" idx="12"/>
          </p:nvPr>
        </p:nvSpPr>
        <p:spPr/>
        <p:txBody>
          <a:bodyPr/>
          <a:lstStyle/>
          <a:p>
            <a:fld id="{B961B71F-4B40-8942-BB88-E0F5C0B46E10}" type="slidenum">
              <a:rPr lang="en-US" smtClean="0"/>
              <a:t>9</a:t>
            </a:fld>
            <a:endParaRPr lang="en-US"/>
          </a:p>
        </p:txBody>
      </p:sp>
    </p:spTree>
    <p:extLst>
      <p:ext uri="{BB962C8B-B14F-4D97-AF65-F5344CB8AC3E}">
        <p14:creationId xmlns:p14="http://schemas.microsoft.com/office/powerpoint/2010/main" val="1263985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49560-5402-A083-5191-CC2F23364A7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3A50108-EF3B-F9BF-CB25-7C4C67A41AAC}"/>
              </a:ext>
            </a:extLst>
          </p:cNvPr>
          <p:cNvSpPr>
            <a:spLocks noGrp="1"/>
          </p:cNvSpPr>
          <p:nvPr>
            <p:ph type="title"/>
          </p:nvPr>
        </p:nvSpPr>
        <p:spPr>
          <a:xfrm>
            <a:off x="1180618" y="365125"/>
            <a:ext cx="10173182" cy="1128009"/>
          </a:xfrm>
        </p:spPr>
        <p:txBody>
          <a:bodyPr/>
          <a:lstStyle/>
          <a:p>
            <a:pPr algn="ctr"/>
            <a:r>
              <a:rPr lang="en-US" b="1" dirty="0"/>
              <a:t>Co’s Attainments - FWD</a:t>
            </a:r>
          </a:p>
        </p:txBody>
      </p:sp>
      <p:sp>
        <p:nvSpPr>
          <p:cNvPr id="9" name="Content Placeholder 8">
            <a:extLst>
              <a:ext uri="{FF2B5EF4-FFF2-40B4-BE49-F238E27FC236}">
                <a16:creationId xmlns:a16="http://schemas.microsoft.com/office/drawing/2014/main" id="{8769557B-A6AB-F48D-9A16-51F755A17BB7}"/>
              </a:ext>
            </a:extLst>
          </p:cNvPr>
          <p:cNvSpPr>
            <a:spLocks noGrp="1"/>
          </p:cNvSpPr>
          <p:nvPr>
            <p:ph idx="1"/>
          </p:nvPr>
        </p:nvSpPr>
        <p:spPr/>
        <p:txBody>
          <a:bodyPr>
            <a:normAutofit fontScale="70000" lnSpcReduction="20000"/>
          </a:bodyPr>
          <a:lstStyle/>
          <a:p>
            <a:r>
              <a:rPr lang="en-US" b="1" dirty="0"/>
              <a:t>CO1:</a:t>
            </a:r>
            <a:br>
              <a:rPr lang="en-US" dirty="0"/>
            </a:br>
            <a:r>
              <a:rPr lang="en-US" dirty="0"/>
              <a:t>The project uses </a:t>
            </a:r>
            <a:r>
              <a:rPr lang="en-US" b="1" dirty="0"/>
              <a:t>HTML structure and basic CSS styling</a:t>
            </a:r>
            <a:r>
              <a:rPr lang="en-US" dirty="0"/>
              <a:t> to design the web interface and display property information on the webpage.</a:t>
            </a:r>
          </a:p>
          <a:p>
            <a:r>
              <a:rPr lang="en-US" b="1" dirty="0"/>
              <a:t>CO2:</a:t>
            </a:r>
            <a:br>
              <a:rPr lang="en-US" dirty="0"/>
            </a:br>
            <a:r>
              <a:rPr lang="en-US" dirty="0"/>
              <a:t>The project implements </a:t>
            </a:r>
            <a:r>
              <a:rPr lang="en-US" b="1" dirty="0"/>
              <a:t>HTML forms, semantic tags, and responsive CSS layouts</a:t>
            </a:r>
            <a:r>
              <a:rPr lang="en-US" dirty="0"/>
              <a:t> to allow users to filter and view property data interactively.</a:t>
            </a:r>
          </a:p>
          <a:p>
            <a:r>
              <a:rPr lang="en-US" b="1" dirty="0"/>
              <a:t>CO3:</a:t>
            </a:r>
            <a:br>
              <a:rPr lang="en-US" dirty="0"/>
            </a:br>
            <a:r>
              <a:rPr lang="en-US" dirty="0"/>
              <a:t>The project uses </a:t>
            </a:r>
            <a:r>
              <a:rPr lang="en-US" b="1" dirty="0"/>
              <a:t>JavaScript programming concepts such as functions, arrays, objects, and conditions</a:t>
            </a:r>
            <a:r>
              <a:rPr lang="en-US" dirty="0"/>
              <a:t> to process and manage property price data.</a:t>
            </a:r>
          </a:p>
          <a:p>
            <a:r>
              <a:rPr lang="en-US" b="1" dirty="0"/>
              <a:t>CO4:</a:t>
            </a:r>
            <a:br>
              <a:rPr lang="en-US" dirty="0"/>
            </a:br>
            <a:r>
              <a:rPr lang="en-US" dirty="0"/>
              <a:t>The project applies </a:t>
            </a:r>
            <a:r>
              <a:rPr lang="en-US" b="1" dirty="0"/>
              <a:t>DOM manipulation and event handling in JavaScript</a:t>
            </a:r>
            <a:r>
              <a:rPr lang="en-US" dirty="0"/>
              <a:t> to update charts, filters, and area details dynamically based on user actions.</a:t>
            </a:r>
          </a:p>
          <a:p>
            <a:r>
              <a:rPr lang="en-US" b="1" dirty="0"/>
              <a:t>CO5:</a:t>
            </a:r>
            <a:br>
              <a:rPr lang="en-US" dirty="0"/>
            </a:br>
            <a:r>
              <a:rPr lang="en-US" dirty="0"/>
              <a:t>The project incorporates </a:t>
            </a:r>
            <a:r>
              <a:rPr lang="en-US" b="1" dirty="0"/>
              <a:t>advanced web development techniques such as form validation, dynamic user input handling, and optimized webpage deployment</a:t>
            </a:r>
            <a:r>
              <a:rPr lang="en-US" dirty="0"/>
              <a:t> for better performance.</a:t>
            </a:r>
          </a:p>
          <a:p>
            <a:pPr marL="457200" lvl="1" indent="0">
              <a:buNone/>
            </a:pPr>
            <a:endParaRPr lang="en-IN" dirty="0"/>
          </a:p>
          <a:p>
            <a:pPr marL="0" indent="0">
              <a:buNone/>
            </a:pPr>
            <a:endParaRPr lang="en-US" dirty="0"/>
          </a:p>
        </p:txBody>
      </p:sp>
      <p:sp>
        <p:nvSpPr>
          <p:cNvPr id="5" name="Date Placeholder 4">
            <a:extLst>
              <a:ext uri="{FF2B5EF4-FFF2-40B4-BE49-F238E27FC236}">
                <a16:creationId xmlns:a16="http://schemas.microsoft.com/office/drawing/2014/main" id="{49D0E4ED-DE37-6D8E-7EB1-1F0F05E37DA3}"/>
              </a:ext>
            </a:extLst>
          </p:cNvPr>
          <p:cNvSpPr>
            <a:spLocks noGrp="1"/>
          </p:cNvSpPr>
          <p:nvPr>
            <p:ph type="dt" sz="half" idx="10"/>
          </p:nvPr>
        </p:nvSpPr>
        <p:spPr/>
        <p:txBody>
          <a:bodyPr/>
          <a:lstStyle/>
          <a:p>
            <a:fld id="{20A639D7-EAE1-7C4A-AC63-30DD6B16DE20}" type="datetime1">
              <a:rPr lang="en-IN" smtClean="0"/>
              <a:t>11-03-2026</a:t>
            </a:fld>
            <a:endParaRPr lang="en-US"/>
          </a:p>
        </p:txBody>
      </p:sp>
      <p:sp>
        <p:nvSpPr>
          <p:cNvPr id="6" name="Footer Placeholder 5">
            <a:extLst>
              <a:ext uri="{FF2B5EF4-FFF2-40B4-BE49-F238E27FC236}">
                <a16:creationId xmlns:a16="http://schemas.microsoft.com/office/drawing/2014/main" id="{4925EEDF-18C5-49AB-9643-7F31370592F9}"/>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803C038D-A939-9973-E752-364BB70EE05C}"/>
              </a:ext>
            </a:extLst>
          </p:cNvPr>
          <p:cNvSpPr>
            <a:spLocks noGrp="1"/>
          </p:cNvSpPr>
          <p:nvPr>
            <p:ph type="sldNum" sz="quarter" idx="12"/>
          </p:nvPr>
        </p:nvSpPr>
        <p:spPr/>
        <p:txBody>
          <a:bodyPr/>
          <a:lstStyle/>
          <a:p>
            <a:fld id="{B961B71F-4B40-8942-BB88-E0F5C0B46E10}" type="slidenum">
              <a:rPr lang="en-US" smtClean="0"/>
              <a:t>10</a:t>
            </a:fld>
            <a:endParaRPr lang="en-US"/>
          </a:p>
        </p:txBody>
      </p:sp>
    </p:spTree>
    <p:extLst>
      <p:ext uri="{BB962C8B-B14F-4D97-AF65-F5344CB8AC3E}">
        <p14:creationId xmlns:p14="http://schemas.microsoft.com/office/powerpoint/2010/main" val="19069465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A9CAF-7EB0-0890-1F26-CA3F8236AA1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7E0E9F0-7414-F19D-A367-C4D70D67BCB3}"/>
              </a:ext>
            </a:extLst>
          </p:cNvPr>
          <p:cNvSpPr>
            <a:spLocks noGrp="1"/>
          </p:cNvSpPr>
          <p:nvPr>
            <p:ph type="title"/>
          </p:nvPr>
        </p:nvSpPr>
        <p:spPr>
          <a:xfrm>
            <a:off x="1180618" y="365125"/>
            <a:ext cx="10173182" cy="1128009"/>
          </a:xfrm>
        </p:spPr>
        <p:txBody>
          <a:bodyPr/>
          <a:lstStyle/>
          <a:p>
            <a:pPr algn="ctr"/>
            <a:r>
              <a:rPr lang="en-US" b="1" dirty="0"/>
              <a:t>Co’s Attainments - DSA</a:t>
            </a:r>
          </a:p>
        </p:txBody>
      </p:sp>
      <p:sp>
        <p:nvSpPr>
          <p:cNvPr id="9" name="Content Placeholder 8">
            <a:extLst>
              <a:ext uri="{FF2B5EF4-FFF2-40B4-BE49-F238E27FC236}">
                <a16:creationId xmlns:a16="http://schemas.microsoft.com/office/drawing/2014/main" id="{6726AE93-69A8-DC85-DA45-05F4D66EF996}"/>
              </a:ext>
            </a:extLst>
          </p:cNvPr>
          <p:cNvSpPr>
            <a:spLocks noGrp="1"/>
          </p:cNvSpPr>
          <p:nvPr>
            <p:ph idx="1"/>
          </p:nvPr>
        </p:nvSpPr>
        <p:spPr/>
        <p:txBody>
          <a:bodyPr>
            <a:normAutofit fontScale="92500" lnSpcReduction="10000"/>
          </a:bodyPr>
          <a:lstStyle/>
          <a:p>
            <a:r>
              <a:rPr lang="en-US" b="1" dirty="0"/>
              <a:t>CO1:</a:t>
            </a:r>
            <a:r>
              <a:rPr lang="en-US" dirty="0"/>
              <a:t> Apply algorithm analysis and searching techniques such as </a:t>
            </a:r>
            <a:r>
              <a:rPr lang="en-US" b="1" dirty="0"/>
              <a:t>Linear Search and Binary Search</a:t>
            </a:r>
            <a:r>
              <a:rPr lang="en-US" dirty="0"/>
              <a:t> to efficiently retrieve property data from the system.</a:t>
            </a:r>
          </a:p>
          <a:p>
            <a:r>
              <a:rPr lang="en-US" b="1" dirty="0"/>
              <a:t>CO2:</a:t>
            </a:r>
            <a:r>
              <a:rPr lang="en-US" dirty="0"/>
              <a:t> Implement </a:t>
            </a:r>
            <a:r>
              <a:rPr lang="en-US" b="1" dirty="0"/>
              <a:t>sorting algorithms</a:t>
            </a:r>
            <a:r>
              <a:rPr lang="en-US" dirty="0"/>
              <a:t> to organize property information based on price, growth rate, and demand for better analysis.</a:t>
            </a:r>
          </a:p>
          <a:p>
            <a:r>
              <a:rPr lang="en-US" b="1" dirty="0"/>
              <a:t>CO3:</a:t>
            </a:r>
            <a:r>
              <a:rPr lang="en-US" dirty="0"/>
              <a:t> Use </a:t>
            </a:r>
            <a:r>
              <a:rPr lang="en-US" b="1" dirty="0"/>
              <a:t>List ADT and Linked List structures</a:t>
            </a:r>
            <a:r>
              <a:rPr lang="en-US" dirty="0"/>
              <a:t> to store and manage dynamic property records in the application.</a:t>
            </a:r>
          </a:p>
          <a:p>
            <a:r>
              <a:rPr lang="en-US" b="1" dirty="0"/>
              <a:t>CO4:</a:t>
            </a:r>
            <a:r>
              <a:rPr lang="en-US" dirty="0"/>
              <a:t> Implement </a:t>
            </a:r>
            <a:r>
              <a:rPr lang="en-US" b="1" dirty="0"/>
              <a:t>Stack and Queue data structures</a:t>
            </a:r>
            <a:r>
              <a:rPr lang="en-US" dirty="0"/>
              <a:t> to handle data processing, request handling, and expression evaluation in the system.</a:t>
            </a:r>
          </a:p>
          <a:p>
            <a:r>
              <a:rPr lang="en-US" b="1" dirty="0"/>
              <a:t>CO5:</a:t>
            </a:r>
            <a:r>
              <a:rPr lang="en-US" dirty="0"/>
              <a:t> Apply </a:t>
            </a:r>
            <a:r>
              <a:rPr lang="en-US" b="1" dirty="0"/>
              <a:t>Hashing and Priority Queue (Heap)</a:t>
            </a:r>
            <a:r>
              <a:rPr lang="en-US" dirty="0"/>
              <a:t> techniques to enable fast data retrieval and ranking of top-performing property areas.</a:t>
            </a:r>
          </a:p>
          <a:p>
            <a:pPr marL="0" indent="0">
              <a:buNone/>
            </a:pPr>
            <a:endParaRPr lang="en-US" dirty="0"/>
          </a:p>
        </p:txBody>
      </p:sp>
      <p:sp>
        <p:nvSpPr>
          <p:cNvPr id="5" name="Date Placeholder 4">
            <a:extLst>
              <a:ext uri="{FF2B5EF4-FFF2-40B4-BE49-F238E27FC236}">
                <a16:creationId xmlns:a16="http://schemas.microsoft.com/office/drawing/2014/main" id="{12D1C05D-4DC9-ADC0-13CA-909E89023113}"/>
              </a:ext>
            </a:extLst>
          </p:cNvPr>
          <p:cNvSpPr>
            <a:spLocks noGrp="1"/>
          </p:cNvSpPr>
          <p:nvPr>
            <p:ph type="dt" sz="half" idx="10"/>
          </p:nvPr>
        </p:nvSpPr>
        <p:spPr/>
        <p:txBody>
          <a:bodyPr/>
          <a:lstStyle/>
          <a:p>
            <a:fld id="{20A639D7-EAE1-7C4A-AC63-30DD6B16DE20}" type="datetime1">
              <a:rPr lang="en-IN" smtClean="0"/>
              <a:t>11-03-2026</a:t>
            </a:fld>
            <a:endParaRPr lang="en-US"/>
          </a:p>
        </p:txBody>
      </p:sp>
      <p:sp>
        <p:nvSpPr>
          <p:cNvPr id="6" name="Footer Placeholder 5">
            <a:extLst>
              <a:ext uri="{FF2B5EF4-FFF2-40B4-BE49-F238E27FC236}">
                <a16:creationId xmlns:a16="http://schemas.microsoft.com/office/drawing/2014/main" id="{F4CC7196-73FE-144C-6DB9-248E7AB56907}"/>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194048-D768-5663-4851-89B00F981F60}"/>
              </a:ext>
            </a:extLst>
          </p:cNvPr>
          <p:cNvSpPr>
            <a:spLocks noGrp="1"/>
          </p:cNvSpPr>
          <p:nvPr>
            <p:ph type="sldNum" sz="quarter" idx="12"/>
          </p:nvPr>
        </p:nvSpPr>
        <p:spPr/>
        <p:txBody>
          <a:bodyPr/>
          <a:lstStyle/>
          <a:p>
            <a:fld id="{B961B71F-4B40-8942-BB88-E0F5C0B46E10}" type="slidenum">
              <a:rPr lang="en-US" smtClean="0"/>
              <a:t>11</a:t>
            </a:fld>
            <a:endParaRPr lang="en-US"/>
          </a:p>
        </p:txBody>
      </p:sp>
    </p:spTree>
    <p:extLst>
      <p:ext uri="{BB962C8B-B14F-4D97-AF65-F5344CB8AC3E}">
        <p14:creationId xmlns:p14="http://schemas.microsoft.com/office/powerpoint/2010/main" val="3443658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23D68-D41B-9825-3931-B79590C795F8}"/>
              </a:ext>
            </a:extLst>
          </p:cNvPr>
          <p:cNvSpPr>
            <a:spLocks noGrp="1"/>
          </p:cNvSpPr>
          <p:nvPr>
            <p:ph type="title"/>
          </p:nvPr>
        </p:nvSpPr>
        <p:spPr>
          <a:xfrm>
            <a:off x="838200" y="365126"/>
            <a:ext cx="10515600" cy="1033780"/>
          </a:xfrm>
        </p:spPr>
        <p:txBody>
          <a:bodyPr/>
          <a:lstStyle/>
          <a:p>
            <a:r>
              <a:rPr lang="en-US" dirty="0"/>
              <a:t>Screenshots for FWD &amp; DSA</a:t>
            </a:r>
          </a:p>
        </p:txBody>
      </p:sp>
      <p:pic>
        <p:nvPicPr>
          <p:cNvPr id="12" name="Content Placeholder 11">
            <a:extLst>
              <a:ext uri="{FF2B5EF4-FFF2-40B4-BE49-F238E27FC236}">
                <a16:creationId xmlns:a16="http://schemas.microsoft.com/office/drawing/2014/main" id="{94B1AD38-E506-3D8C-6FB2-66A897C337E0}"/>
              </a:ext>
            </a:extLst>
          </p:cNvPr>
          <p:cNvPicPr>
            <a:picLocks noGrp="1" noChangeAspect="1"/>
          </p:cNvPicPr>
          <p:nvPr>
            <p:ph idx="1"/>
          </p:nvPr>
        </p:nvPicPr>
        <p:blipFill>
          <a:blip r:embed="rId2"/>
          <a:stretch>
            <a:fillRect/>
          </a:stretch>
        </p:blipFill>
        <p:spPr>
          <a:xfrm>
            <a:off x="0" y="1148874"/>
            <a:ext cx="2783964" cy="1952387"/>
          </a:xfrm>
          <a:prstGeom prst="rect">
            <a:avLst/>
          </a:prstGeom>
        </p:spPr>
      </p:pic>
      <p:sp>
        <p:nvSpPr>
          <p:cNvPr id="4" name="Date Placeholder 3">
            <a:extLst>
              <a:ext uri="{FF2B5EF4-FFF2-40B4-BE49-F238E27FC236}">
                <a16:creationId xmlns:a16="http://schemas.microsoft.com/office/drawing/2014/main" id="{F1963D1B-E2DB-29C3-BA63-FF21B16E3D52}"/>
              </a:ext>
            </a:extLst>
          </p:cNvPr>
          <p:cNvSpPr>
            <a:spLocks noGrp="1"/>
          </p:cNvSpPr>
          <p:nvPr>
            <p:ph type="dt" sz="half" idx="10"/>
          </p:nvPr>
        </p:nvSpPr>
        <p:spPr/>
        <p:txBody>
          <a:bodyPr/>
          <a:lstStyle/>
          <a:p>
            <a:fld id="{9C5272DB-0103-AF4C-A22D-07421EC406AD}" type="datetime1">
              <a:rPr lang="en-IN" smtClean="0"/>
              <a:t>11-03-2026</a:t>
            </a:fld>
            <a:endParaRPr lang="en-US"/>
          </a:p>
        </p:txBody>
      </p:sp>
      <p:sp>
        <p:nvSpPr>
          <p:cNvPr id="5" name="Footer Placeholder 4">
            <a:extLst>
              <a:ext uri="{FF2B5EF4-FFF2-40B4-BE49-F238E27FC236}">
                <a16:creationId xmlns:a16="http://schemas.microsoft.com/office/drawing/2014/main" id="{49114CB5-AB44-10F9-E8AF-4658C65956F4}"/>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198D5113-7B1F-AF02-CDA9-5B3AB95BE716}"/>
              </a:ext>
            </a:extLst>
          </p:cNvPr>
          <p:cNvSpPr>
            <a:spLocks noGrp="1"/>
          </p:cNvSpPr>
          <p:nvPr>
            <p:ph type="sldNum" sz="quarter" idx="12"/>
          </p:nvPr>
        </p:nvSpPr>
        <p:spPr/>
        <p:txBody>
          <a:bodyPr/>
          <a:lstStyle/>
          <a:p>
            <a:fld id="{B961B71F-4B40-8942-BB88-E0F5C0B46E10}" type="slidenum">
              <a:rPr lang="en-US" smtClean="0"/>
              <a:t>12</a:t>
            </a:fld>
            <a:endParaRPr lang="en-US"/>
          </a:p>
        </p:txBody>
      </p:sp>
      <p:pic>
        <p:nvPicPr>
          <p:cNvPr id="14" name="Picture 13">
            <a:extLst>
              <a:ext uri="{FF2B5EF4-FFF2-40B4-BE49-F238E27FC236}">
                <a16:creationId xmlns:a16="http://schemas.microsoft.com/office/drawing/2014/main" id="{2B7A6D88-F4EF-3807-7417-52EAE9DEFC6D}"/>
              </a:ext>
            </a:extLst>
          </p:cNvPr>
          <p:cNvPicPr>
            <a:picLocks noChangeAspect="1"/>
          </p:cNvPicPr>
          <p:nvPr/>
        </p:nvPicPr>
        <p:blipFill>
          <a:blip r:embed="rId3"/>
          <a:stretch>
            <a:fillRect/>
          </a:stretch>
        </p:blipFill>
        <p:spPr>
          <a:xfrm>
            <a:off x="3352800" y="1148874"/>
            <a:ext cx="2743200" cy="2178059"/>
          </a:xfrm>
          <a:prstGeom prst="rect">
            <a:avLst/>
          </a:prstGeom>
        </p:spPr>
      </p:pic>
      <p:pic>
        <p:nvPicPr>
          <p:cNvPr id="16" name="Picture 15">
            <a:extLst>
              <a:ext uri="{FF2B5EF4-FFF2-40B4-BE49-F238E27FC236}">
                <a16:creationId xmlns:a16="http://schemas.microsoft.com/office/drawing/2014/main" id="{381773EF-04CD-5623-74C5-68D46144F3D5}"/>
              </a:ext>
            </a:extLst>
          </p:cNvPr>
          <p:cNvPicPr>
            <a:picLocks noChangeAspect="1"/>
          </p:cNvPicPr>
          <p:nvPr/>
        </p:nvPicPr>
        <p:blipFill>
          <a:blip r:embed="rId4"/>
          <a:stretch>
            <a:fillRect/>
          </a:stretch>
        </p:blipFill>
        <p:spPr>
          <a:xfrm>
            <a:off x="6593962" y="1045934"/>
            <a:ext cx="2286002" cy="2280999"/>
          </a:xfrm>
          <a:prstGeom prst="rect">
            <a:avLst/>
          </a:prstGeom>
        </p:spPr>
      </p:pic>
    </p:spTree>
    <p:extLst>
      <p:ext uri="{BB962C8B-B14F-4D97-AF65-F5344CB8AC3E}">
        <p14:creationId xmlns:p14="http://schemas.microsoft.com/office/powerpoint/2010/main" val="34319537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654C04-FEEF-89CA-9D41-87D17B26F9BC}"/>
              </a:ext>
            </a:extLst>
          </p:cNvPr>
          <p:cNvSpPr>
            <a:spLocks noGrp="1"/>
          </p:cNvSpPr>
          <p:nvPr>
            <p:ph type="dt" sz="half" idx="10"/>
          </p:nvPr>
        </p:nvSpPr>
        <p:spPr/>
        <p:txBody>
          <a:bodyPr/>
          <a:lstStyle/>
          <a:p>
            <a:fld id="{C7FB085D-B69B-9C45-93A5-77F47F2F6792}" type="datetime1">
              <a:rPr lang="en-IN" smtClean="0"/>
              <a:t>11-03-2026</a:t>
            </a:fld>
            <a:endParaRPr lang="en-US"/>
          </a:p>
        </p:txBody>
      </p:sp>
      <p:sp>
        <p:nvSpPr>
          <p:cNvPr id="3" name="Footer Placeholder 2">
            <a:extLst>
              <a:ext uri="{FF2B5EF4-FFF2-40B4-BE49-F238E27FC236}">
                <a16:creationId xmlns:a16="http://schemas.microsoft.com/office/drawing/2014/main" id="{A2A92B75-ECD4-20BF-4F29-6C25AFA12511}"/>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id="{C987474A-EF50-E110-1BA7-644336FFAF0F}"/>
              </a:ext>
            </a:extLst>
          </p:cNvPr>
          <p:cNvSpPr>
            <a:spLocks noGrp="1"/>
          </p:cNvSpPr>
          <p:nvPr>
            <p:ph type="sldNum" sz="quarter" idx="12"/>
          </p:nvPr>
        </p:nvSpPr>
        <p:spPr/>
        <p:txBody>
          <a:bodyPr/>
          <a:lstStyle/>
          <a:p>
            <a:fld id="{B961B71F-4B40-8942-BB88-E0F5C0B46E10}" type="slidenum">
              <a:rPr lang="en-US" smtClean="0"/>
              <a:t>13</a:t>
            </a:fld>
            <a:endParaRPr lang="en-US"/>
          </a:p>
        </p:txBody>
      </p:sp>
      <p:pic>
        <p:nvPicPr>
          <p:cNvPr id="8" name="Picture 7">
            <a:extLst>
              <a:ext uri="{FF2B5EF4-FFF2-40B4-BE49-F238E27FC236}">
                <a16:creationId xmlns:a16="http://schemas.microsoft.com/office/drawing/2014/main" id="{B07293AF-BCF4-4FEE-7A47-765BBCD1BFFC}"/>
              </a:ext>
            </a:extLst>
          </p:cNvPr>
          <p:cNvPicPr>
            <a:picLocks noChangeAspect="1"/>
          </p:cNvPicPr>
          <p:nvPr/>
        </p:nvPicPr>
        <p:blipFill>
          <a:blip r:embed="rId2"/>
          <a:stretch>
            <a:fillRect/>
          </a:stretch>
        </p:blipFill>
        <p:spPr>
          <a:xfrm>
            <a:off x="216055" y="1558331"/>
            <a:ext cx="2963882" cy="3172289"/>
          </a:xfrm>
          <a:prstGeom prst="rect">
            <a:avLst/>
          </a:prstGeom>
        </p:spPr>
      </p:pic>
      <p:pic>
        <p:nvPicPr>
          <p:cNvPr id="10" name="Picture 9">
            <a:extLst>
              <a:ext uri="{FF2B5EF4-FFF2-40B4-BE49-F238E27FC236}">
                <a16:creationId xmlns:a16="http://schemas.microsoft.com/office/drawing/2014/main" id="{E5458D0D-7B70-B245-92CF-C8520382AA07}"/>
              </a:ext>
            </a:extLst>
          </p:cNvPr>
          <p:cNvPicPr>
            <a:picLocks noChangeAspect="1"/>
          </p:cNvPicPr>
          <p:nvPr/>
        </p:nvPicPr>
        <p:blipFill>
          <a:blip r:embed="rId3"/>
          <a:stretch>
            <a:fillRect/>
          </a:stretch>
        </p:blipFill>
        <p:spPr>
          <a:xfrm>
            <a:off x="3581400" y="1660908"/>
            <a:ext cx="3340493" cy="3069712"/>
          </a:xfrm>
          <a:prstGeom prst="rect">
            <a:avLst/>
          </a:prstGeom>
        </p:spPr>
      </p:pic>
      <p:pic>
        <p:nvPicPr>
          <p:cNvPr id="14" name="Picture 13">
            <a:extLst>
              <a:ext uri="{FF2B5EF4-FFF2-40B4-BE49-F238E27FC236}">
                <a16:creationId xmlns:a16="http://schemas.microsoft.com/office/drawing/2014/main" id="{95F24268-4F8F-5723-30AD-6FB9D43E2253}"/>
              </a:ext>
            </a:extLst>
          </p:cNvPr>
          <p:cNvPicPr>
            <a:picLocks noChangeAspect="1"/>
          </p:cNvPicPr>
          <p:nvPr/>
        </p:nvPicPr>
        <p:blipFill>
          <a:blip r:embed="rId4"/>
          <a:stretch>
            <a:fillRect/>
          </a:stretch>
        </p:blipFill>
        <p:spPr>
          <a:xfrm>
            <a:off x="7743230" y="1609618"/>
            <a:ext cx="2948622" cy="3121002"/>
          </a:xfrm>
          <a:prstGeom prst="rect">
            <a:avLst/>
          </a:prstGeom>
        </p:spPr>
      </p:pic>
      <p:sp>
        <p:nvSpPr>
          <p:cNvPr id="19" name="TextBox 18">
            <a:extLst>
              <a:ext uri="{FF2B5EF4-FFF2-40B4-BE49-F238E27FC236}">
                <a16:creationId xmlns:a16="http://schemas.microsoft.com/office/drawing/2014/main" id="{C0B7D657-552E-FAFA-67EC-47AC786288BB}"/>
              </a:ext>
            </a:extLst>
          </p:cNvPr>
          <p:cNvSpPr txBox="1"/>
          <p:nvPr/>
        </p:nvSpPr>
        <p:spPr>
          <a:xfrm>
            <a:off x="1838132" y="648478"/>
            <a:ext cx="6186196" cy="754694"/>
          </a:xfrm>
          <a:prstGeom prst="rect">
            <a:avLst/>
          </a:prstGeom>
          <a:noFill/>
        </p:spPr>
        <p:txBody>
          <a:bodyPr wrap="square" rtlCol="0">
            <a:spAutoFit/>
          </a:bodyPr>
          <a:lstStyle/>
          <a:p>
            <a:pPr algn="ctr">
              <a:lnSpc>
                <a:spcPct val="150000"/>
              </a:lnSpc>
            </a:pPr>
            <a:r>
              <a:rPr lang="en-IN" sz="3200" dirty="0"/>
              <a:t>DSA SCREENSHOTS</a:t>
            </a:r>
          </a:p>
        </p:txBody>
      </p:sp>
    </p:spTree>
    <p:extLst>
      <p:ext uri="{BB962C8B-B14F-4D97-AF65-F5344CB8AC3E}">
        <p14:creationId xmlns:p14="http://schemas.microsoft.com/office/powerpoint/2010/main" val="19661472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3C64A2-AD64-BBE4-7BD2-268A4C780509}"/>
              </a:ext>
            </a:extLst>
          </p:cNvPr>
          <p:cNvSpPr>
            <a:spLocks noGrp="1"/>
          </p:cNvSpPr>
          <p:nvPr>
            <p:ph type="dt" sz="half" idx="10"/>
          </p:nvPr>
        </p:nvSpPr>
        <p:spPr/>
        <p:txBody>
          <a:bodyPr/>
          <a:lstStyle/>
          <a:p>
            <a:fld id="{C7FB085D-B69B-9C45-93A5-77F47F2F6792}" type="datetime1">
              <a:rPr lang="en-IN" smtClean="0"/>
              <a:t>11-03-2026</a:t>
            </a:fld>
            <a:endParaRPr lang="en-US"/>
          </a:p>
        </p:txBody>
      </p:sp>
      <p:sp>
        <p:nvSpPr>
          <p:cNvPr id="3" name="Footer Placeholder 2">
            <a:extLst>
              <a:ext uri="{FF2B5EF4-FFF2-40B4-BE49-F238E27FC236}">
                <a16:creationId xmlns:a16="http://schemas.microsoft.com/office/drawing/2014/main" id="{01FEB0C0-9E1B-F293-DBCC-E9D23EA6406A}"/>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id="{267B68CB-2474-7CD5-2609-7C631306E4B8}"/>
              </a:ext>
            </a:extLst>
          </p:cNvPr>
          <p:cNvSpPr>
            <a:spLocks noGrp="1"/>
          </p:cNvSpPr>
          <p:nvPr>
            <p:ph type="sldNum" sz="quarter" idx="12"/>
          </p:nvPr>
        </p:nvSpPr>
        <p:spPr/>
        <p:txBody>
          <a:bodyPr/>
          <a:lstStyle/>
          <a:p>
            <a:fld id="{B961B71F-4B40-8942-BB88-E0F5C0B46E10}" type="slidenum">
              <a:rPr lang="en-US" smtClean="0"/>
              <a:t>14</a:t>
            </a:fld>
            <a:endParaRPr lang="en-US"/>
          </a:p>
        </p:txBody>
      </p:sp>
      <p:pic>
        <p:nvPicPr>
          <p:cNvPr id="6" name="Picture 5">
            <a:extLst>
              <a:ext uri="{FF2B5EF4-FFF2-40B4-BE49-F238E27FC236}">
                <a16:creationId xmlns:a16="http://schemas.microsoft.com/office/drawing/2014/main" id="{59658340-43C0-5BFC-090B-EB872B3A7E56}"/>
              </a:ext>
            </a:extLst>
          </p:cNvPr>
          <p:cNvPicPr>
            <a:picLocks noChangeAspect="1"/>
          </p:cNvPicPr>
          <p:nvPr/>
        </p:nvPicPr>
        <p:blipFill>
          <a:blip r:embed="rId2"/>
          <a:stretch>
            <a:fillRect/>
          </a:stretch>
        </p:blipFill>
        <p:spPr>
          <a:xfrm>
            <a:off x="93306" y="342336"/>
            <a:ext cx="4104427" cy="3735142"/>
          </a:xfrm>
          <a:prstGeom prst="rect">
            <a:avLst/>
          </a:prstGeom>
        </p:spPr>
      </p:pic>
      <p:pic>
        <p:nvPicPr>
          <p:cNvPr id="8" name="Picture 7">
            <a:extLst>
              <a:ext uri="{FF2B5EF4-FFF2-40B4-BE49-F238E27FC236}">
                <a16:creationId xmlns:a16="http://schemas.microsoft.com/office/drawing/2014/main" id="{17018BB9-40A9-683A-835C-7EEC3E877F27}"/>
              </a:ext>
            </a:extLst>
          </p:cNvPr>
          <p:cNvPicPr>
            <a:picLocks noChangeAspect="1"/>
          </p:cNvPicPr>
          <p:nvPr/>
        </p:nvPicPr>
        <p:blipFill>
          <a:blip r:embed="rId3"/>
          <a:stretch>
            <a:fillRect/>
          </a:stretch>
        </p:blipFill>
        <p:spPr>
          <a:xfrm>
            <a:off x="4441372" y="342336"/>
            <a:ext cx="4420686" cy="3735142"/>
          </a:xfrm>
          <a:prstGeom prst="rect">
            <a:avLst/>
          </a:prstGeom>
        </p:spPr>
      </p:pic>
      <p:pic>
        <p:nvPicPr>
          <p:cNvPr id="10" name="Picture 9">
            <a:extLst>
              <a:ext uri="{FF2B5EF4-FFF2-40B4-BE49-F238E27FC236}">
                <a16:creationId xmlns:a16="http://schemas.microsoft.com/office/drawing/2014/main" id="{C1463FF3-6258-7B1D-D7C1-1B725D7F3D5E}"/>
              </a:ext>
            </a:extLst>
          </p:cNvPr>
          <p:cNvPicPr>
            <a:picLocks noChangeAspect="1"/>
          </p:cNvPicPr>
          <p:nvPr/>
        </p:nvPicPr>
        <p:blipFill>
          <a:blip r:embed="rId4"/>
          <a:stretch>
            <a:fillRect/>
          </a:stretch>
        </p:blipFill>
        <p:spPr>
          <a:xfrm>
            <a:off x="9000331" y="365664"/>
            <a:ext cx="3098363" cy="3609178"/>
          </a:xfrm>
          <a:prstGeom prst="rect">
            <a:avLst/>
          </a:prstGeom>
        </p:spPr>
      </p:pic>
    </p:spTree>
    <p:extLst>
      <p:ext uri="{BB962C8B-B14F-4D97-AF65-F5344CB8AC3E}">
        <p14:creationId xmlns:p14="http://schemas.microsoft.com/office/powerpoint/2010/main" val="1314265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86BF6F-9E3B-4066-CBAA-723B3112DAC9}"/>
              </a:ext>
            </a:extLst>
          </p:cNvPr>
          <p:cNvSpPr>
            <a:spLocks noGrp="1"/>
          </p:cNvSpPr>
          <p:nvPr>
            <p:ph type="dt" sz="half" idx="10"/>
          </p:nvPr>
        </p:nvSpPr>
        <p:spPr/>
        <p:txBody>
          <a:bodyPr/>
          <a:lstStyle/>
          <a:p>
            <a:fld id="{C7FB085D-B69B-9C45-93A5-77F47F2F6792}" type="datetime1">
              <a:rPr lang="en-IN" smtClean="0"/>
              <a:t>11-03-2026</a:t>
            </a:fld>
            <a:endParaRPr lang="en-US"/>
          </a:p>
        </p:txBody>
      </p:sp>
      <p:sp>
        <p:nvSpPr>
          <p:cNvPr id="3" name="Footer Placeholder 2">
            <a:extLst>
              <a:ext uri="{FF2B5EF4-FFF2-40B4-BE49-F238E27FC236}">
                <a16:creationId xmlns:a16="http://schemas.microsoft.com/office/drawing/2014/main" id="{2153FA65-1D87-F316-D7CA-592A447AD934}"/>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id="{52A5EE4D-2DED-CE22-02F3-E99527D2DA31}"/>
              </a:ext>
            </a:extLst>
          </p:cNvPr>
          <p:cNvSpPr>
            <a:spLocks noGrp="1"/>
          </p:cNvSpPr>
          <p:nvPr>
            <p:ph type="sldNum" sz="quarter" idx="12"/>
          </p:nvPr>
        </p:nvSpPr>
        <p:spPr/>
        <p:txBody>
          <a:bodyPr/>
          <a:lstStyle/>
          <a:p>
            <a:fld id="{B961B71F-4B40-8942-BB88-E0F5C0B46E10}" type="slidenum">
              <a:rPr lang="en-US" smtClean="0"/>
              <a:t>15</a:t>
            </a:fld>
            <a:endParaRPr lang="en-US"/>
          </a:p>
        </p:txBody>
      </p:sp>
      <p:pic>
        <p:nvPicPr>
          <p:cNvPr id="6" name="Picture 5">
            <a:extLst>
              <a:ext uri="{FF2B5EF4-FFF2-40B4-BE49-F238E27FC236}">
                <a16:creationId xmlns:a16="http://schemas.microsoft.com/office/drawing/2014/main" id="{5B18EF32-4D39-B2C2-6B44-D17B4C6F6E20}"/>
              </a:ext>
            </a:extLst>
          </p:cNvPr>
          <p:cNvPicPr>
            <a:picLocks noChangeAspect="1"/>
          </p:cNvPicPr>
          <p:nvPr/>
        </p:nvPicPr>
        <p:blipFill>
          <a:blip r:embed="rId2"/>
          <a:stretch>
            <a:fillRect/>
          </a:stretch>
        </p:blipFill>
        <p:spPr>
          <a:xfrm>
            <a:off x="0" y="259410"/>
            <a:ext cx="3825551" cy="4956402"/>
          </a:xfrm>
          <a:prstGeom prst="rect">
            <a:avLst/>
          </a:prstGeom>
        </p:spPr>
      </p:pic>
      <p:pic>
        <p:nvPicPr>
          <p:cNvPr id="8" name="Picture 7">
            <a:extLst>
              <a:ext uri="{FF2B5EF4-FFF2-40B4-BE49-F238E27FC236}">
                <a16:creationId xmlns:a16="http://schemas.microsoft.com/office/drawing/2014/main" id="{67576FE9-356E-938D-D060-073BEBFF2616}"/>
              </a:ext>
            </a:extLst>
          </p:cNvPr>
          <p:cNvPicPr>
            <a:picLocks noChangeAspect="1"/>
          </p:cNvPicPr>
          <p:nvPr/>
        </p:nvPicPr>
        <p:blipFill>
          <a:blip r:embed="rId3"/>
          <a:stretch>
            <a:fillRect/>
          </a:stretch>
        </p:blipFill>
        <p:spPr>
          <a:xfrm>
            <a:off x="4152226" y="470434"/>
            <a:ext cx="4214225" cy="4082904"/>
          </a:xfrm>
          <a:prstGeom prst="rect">
            <a:avLst/>
          </a:prstGeom>
        </p:spPr>
      </p:pic>
      <p:pic>
        <p:nvPicPr>
          <p:cNvPr id="10" name="Picture 9">
            <a:extLst>
              <a:ext uri="{FF2B5EF4-FFF2-40B4-BE49-F238E27FC236}">
                <a16:creationId xmlns:a16="http://schemas.microsoft.com/office/drawing/2014/main" id="{27B80C2F-0332-1FDD-7096-9166AFB563D9}"/>
              </a:ext>
            </a:extLst>
          </p:cNvPr>
          <p:cNvPicPr>
            <a:picLocks noChangeAspect="1"/>
          </p:cNvPicPr>
          <p:nvPr/>
        </p:nvPicPr>
        <p:blipFill>
          <a:blip r:embed="rId4"/>
          <a:stretch>
            <a:fillRect/>
          </a:stretch>
        </p:blipFill>
        <p:spPr>
          <a:xfrm>
            <a:off x="8469628" y="391934"/>
            <a:ext cx="3650296" cy="4823878"/>
          </a:xfrm>
          <a:prstGeom prst="rect">
            <a:avLst/>
          </a:prstGeom>
        </p:spPr>
      </p:pic>
    </p:spTree>
    <p:extLst>
      <p:ext uri="{BB962C8B-B14F-4D97-AF65-F5344CB8AC3E}">
        <p14:creationId xmlns:p14="http://schemas.microsoft.com/office/powerpoint/2010/main" val="9559033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63A63-E30E-0694-B089-838C7E389AF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E8F526A-5F54-0308-7336-A6E081606439}"/>
              </a:ext>
            </a:extLst>
          </p:cNvPr>
          <p:cNvSpPr>
            <a:spLocks noGrp="1"/>
          </p:cNvSpPr>
          <p:nvPr>
            <p:ph type="title"/>
          </p:nvPr>
        </p:nvSpPr>
        <p:spPr>
          <a:xfrm>
            <a:off x="1180618" y="365125"/>
            <a:ext cx="10173182" cy="1128009"/>
          </a:xfrm>
        </p:spPr>
        <p:txBody>
          <a:bodyPr/>
          <a:lstStyle/>
          <a:p>
            <a:pPr algn="ctr"/>
            <a:r>
              <a:rPr lang="en-US" b="1" dirty="0"/>
              <a:t>Conclusion</a:t>
            </a:r>
          </a:p>
        </p:txBody>
      </p:sp>
      <p:sp>
        <p:nvSpPr>
          <p:cNvPr id="9" name="Content Placeholder 8">
            <a:extLst>
              <a:ext uri="{FF2B5EF4-FFF2-40B4-BE49-F238E27FC236}">
                <a16:creationId xmlns:a16="http://schemas.microsoft.com/office/drawing/2014/main" id="{956E9376-CB4B-895B-7B5C-D2F5AAED7494}"/>
              </a:ext>
            </a:extLst>
          </p:cNvPr>
          <p:cNvSpPr>
            <a:spLocks noGrp="1"/>
          </p:cNvSpPr>
          <p:nvPr>
            <p:ph idx="1"/>
          </p:nvPr>
        </p:nvSpPr>
        <p:spPr/>
        <p:txBody>
          <a:bodyPr>
            <a:normAutofit/>
          </a:bodyPr>
          <a:lstStyle/>
          <a:p>
            <a:r>
              <a:rPr lang="en-US" dirty="0"/>
              <a:t>The </a:t>
            </a:r>
            <a:r>
              <a:rPr lang="en-US" b="1" dirty="0"/>
              <a:t>Property Price Trend Area Insights system</a:t>
            </a:r>
            <a:r>
              <a:rPr lang="en-US" dirty="0"/>
              <a:t> provides a powerful platform for analyzing real estate market trends. By combining data visualization, area comparison, and market insights, the system helps users understand property price movements and identify profitable investment opportunities. The use of charts, filters, and analysis tools makes the system interactive and easy to use for both investors and home buyers.</a:t>
            </a:r>
          </a:p>
          <a:p>
            <a:r>
              <a:rPr lang="en-US" dirty="0"/>
              <a:t>Overall, this project demonstrates how web technologies and data analysis can be used together to solve real-world problems in the real estate sector.</a:t>
            </a:r>
          </a:p>
          <a:p>
            <a:pPr marL="0" indent="0">
              <a:buNone/>
            </a:pPr>
            <a:endParaRPr lang="en-US" dirty="0"/>
          </a:p>
        </p:txBody>
      </p:sp>
      <p:sp>
        <p:nvSpPr>
          <p:cNvPr id="5" name="Date Placeholder 4">
            <a:extLst>
              <a:ext uri="{FF2B5EF4-FFF2-40B4-BE49-F238E27FC236}">
                <a16:creationId xmlns:a16="http://schemas.microsoft.com/office/drawing/2014/main" id="{82A84C9A-73D1-DA76-6E0C-91C24CB8321A}"/>
              </a:ext>
            </a:extLst>
          </p:cNvPr>
          <p:cNvSpPr>
            <a:spLocks noGrp="1"/>
          </p:cNvSpPr>
          <p:nvPr>
            <p:ph type="dt" sz="half" idx="10"/>
          </p:nvPr>
        </p:nvSpPr>
        <p:spPr/>
        <p:txBody>
          <a:bodyPr/>
          <a:lstStyle/>
          <a:p>
            <a:fld id="{20A639D7-EAE1-7C4A-AC63-30DD6B16DE20}" type="datetime1">
              <a:rPr lang="en-IN" smtClean="0"/>
              <a:t>11-03-2026</a:t>
            </a:fld>
            <a:endParaRPr lang="en-US"/>
          </a:p>
        </p:txBody>
      </p:sp>
      <p:sp>
        <p:nvSpPr>
          <p:cNvPr id="6" name="Footer Placeholder 5">
            <a:extLst>
              <a:ext uri="{FF2B5EF4-FFF2-40B4-BE49-F238E27FC236}">
                <a16:creationId xmlns:a16="http://schemas.microsoft.com/office/drawing/2014/main" id="{CB81726C-C351-8876-43C7-C9B8807EA560}"/>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36E4E02D-0287-0F0D-A891-AE869E4F0992}"/>
              </a:ext>
            </a:extLst>
          </p:cNvPr>
          <p:cNvSpPr>
            <a:spLocks noGrp="1"/>
          </p:cNvSpPr>
          <p:nvPr>
            <p:ph type="sldNum" sz="quarter" idx="12"/>
          </p:nvPr>
        </p:nvSpPr>
        <p:spPr/>
        <p:txBody>
          <a:bodyPr/>
          <a:lstStyle/>
          <a:p>
            <a:fld id="{B961B71F-4B40-8942-BB88-E0F5C0B46E10}" type="slidenum">
              <a:rPr lang="en-US" smtClean="0"/>
              <a:t>16</a:t>
            </a:fld>
            <a:endParaRPr lang="en-US"/>
          </a:p>
        </p:txBody>
      </p:sp>
    </p:spTree>
    <p:extLst>
      <p:ext uri="{BB962C8B-B14F-4D97-AF65-F5344CB8AC3E}">
        <p14:creationId xmlns:p14="http://schemas.microsoft.com/office/powerpoint/2010/main" val="28589121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48258-F0F3-1EE4-1AB3-DB04AD69E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961B8-8709-0718-F6D3-9D07622F76AF}"/>
              </a:ext>
            </a:extLst>
          </p:cNvPr>
          <p:cNvSpPr>
            <a:spLocks noGrp="1"/>
          </p:cNvSpPr>
          <p:nvPr>
            <p:ph type="title"/>
          </p:nvPr>
        </p:nvSpPr>
        <p:spPr/>
        <p:txBody>
          <a:bodyPr/>
          <a:lstStyle/>
          <a:p>
            <a:r>
              <a:rPr lang="en-US" dirty="0"/>
              <a:t>Geo- Tag Photos</a:t>
            </a:r>
          </a:p>
        </p:txBody>
      </p:sp>
      <p:pic>
        <p:nvPicPr>
          <p:cNvPr id="8" name="Content Placeholder 7">
            <a:extLst>
              <a:ext uri="{FF2B5EF4-FFF2-40B4-BE49-F238E27FC236}">
                <a16:creationId xmlns:a16="http://schemas.microsoft.com/office/drawing/2014/main" id="{A3DD2470-71AE-982C-3C4A-14F1669BC524}"/>
              </a:ext>
            </a:extLst>
          </p:cNvPr>
          <p:cNvPicPr>
            <a:picLocks noGrp="1" noChangeAspect="1"/>
          </p:cNvPicPr>
          <p:nvPr>
            <p:ph idx="1"/>
          </p:nvPr>
        </p:nvPicPr>
        <p:blipFill>
          <a:blip r:embed="rId2"/>
          <a:stretch>
            <a:fillRect/>
          </a:stretch>
        </p:blipFill>
        <p:spPr>
          <a:xfrm>
            <a:off x="2583180" y="1635125"/>
            <a:ext cx="5801784" cy="4351338"/>
          </a:xfrm>
          <a:prstGeom prst="rect">
            <a:avLst/>
          </a:prstGeom>
        </p:spPr>
      </p:pic>
      <p:sp>
        <p:nvSpPr>
          <p:cNvPr id="4" name="Date Placeholder 3">
            <a:extLst>
              <a:ext uri="{FF2B5EF4-FFF2-40B4-BE49-F238E27FC236}">
                <a16:creationId xmlns:a16="http://schemas.microsoft.com/office/drawing/2014/main" id="{5B18EAAE-4073-261B-4850-9857C07DBAF0}"/>
              </a:ext>
            </a:extLst>
          </p:cNvPr>
          <p:cNvSpPr>
            <a:spLocks noGrp="1"/>
          </p:cNvSpPr>
          <p:nvPr>
            <p:ph type="dt" sz="half" idx="10"/>
          </p:nvPr>
        </p:nvSpPr>
        <p:spPr/>
        <p:txBody>
          <a:bodyPr/>
          <a:lstStyle/>
          <a:p>
            <a:fld id="{9C5272DB-0103-AF4C-A22D-07421EC406AD}" type="datetime1">
              <a:rPr lang="en-IN" smtClean="0"/>
              <a:t>11-03-2026</a:t>
            </a:fld>
            <a:endParaRPr lang="en-US"/>
          </a:p>
        </p:txBody>
      </p:sp>
      <p:sp>
        <p:nvSpPr>
          <p:cNvPr id="5" name="Footer Placeholder 4">
            <a:extLst>
              <a:ext uri="{FF2B5EF4-FFF2-40B4-BE49-F238E27FC236}">
                <a16:creationId xmlns:a16="http://schemas.microsoft.com/office/drawing/2014/main" id="{A3CA2172-0EFE-3ADA-47FA-029EF21AB5B8}"/>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C3E9B8A7-6131-D012-7DA4-A9F36B2B1525}"/>
              </a:ext>
            </a:extLst>
          </p:cNvPr>
          <p:cNvSpPr>
            <a:spLocks noGrp="1"/>
          </p:cNvSpPr>
          <p:nvPr>
            <p:ph type="sldNum" sz="quarter" idx="12"/>
          </p:nvPr>
        </p:nvSpPr>
        <p:spPr/>
        <p:txBody>
          <a:bodyPr/>
          <a:lstStyle/>
          <a:p>
            <a:fld id="{B961B71F-4B40-8942-BB88-E0F5C0B46E10}" type="slidenum">
              <a:rPr lang="en-US" smtClean="0"/>
              <a:t>17</a:t>
            </a:fld>
            <a:endParaRPr lang="en-US"/>
          </a:p>
        </p:txBody>
      </p:sp>
    </p:spTree>
    <p:extLst>
      <p:ext uri="{BB962C8B-B14F-4D97-AF65-F5344CB8AC3E}">
        <p14:creationId xmlns:p14="http://schemas.microsoft.com/office/powerpoint/2010/main" val="23574719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7AAD6276-EBF6-BB4A-A6C6-114A8D55B891}" type="datetime1">
              <a:rPr lang="en-IN" smtClean="0"/>
              <a:t>11-03-2026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18</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3841</TotalTime>
  <Words>1237</Words>
  <Application>Microsoft Office PowerPoint</Application>
  <PresentationFormat>Widescreen</PresentationFormat>
  <Paragraphs>159</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Google Sans</vt:lpstr>
      <vt:lpstr>Custom Design</vt:lpstr>
      <vt:lpstr>INSTRUCTIONS</vt:lpstr>
      <vt:lpstr>Title: PROPERTY  PRICE  TREND AREA INSIGHTS</vt:lpstr>
      <vt:lpstr>OUTLINE</vt:lpstr>
      <vt:lpstr>Abstract</vt:lpstr>
      <vt:lpstr>Existing System </vt:lpstr>
      <vt:lpstr>Proposed System</vt:lpstr>
      <vt:lpstr>System Architecture</vt:lpstr>
      <vt:lpstr>Project Modules</vt:lpstr>
      <vt:lpstr>Objectives</vt:lpstr>
      <vt:lpstr>Co’s Attainments - FWD</vt:lpstr>
      <vt:lpstr>Co’s Attainments - DSA</vt:lpstr>
      <vt:lpstr>Screenshots for FWD &amp; DSA</vt:lpstr>
      <vt:lpstr>PowerPoint Presentation</vt:lpstr>
      <vt:lpstr>PowerPoint Presentation</vt:lpstr>
      <vt:lpstr>PowerPoint Presentation</vt:lpstr>
      <vt:lpstr>Conclusion</vt:lpstr>
      <vt:lpstr>Geo- Tag Photos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karthik ram prasad</cp:lastModifiedBy>
  <cp:revision>52</cp:revision>
  <dcterms:created xsi:type="dcterms:W3CDTF">2022-05-20T10:20:31Z</dcterms:created>
  <dcterms:modified xsi:type="dcterms:W3CDTF">2026-03-11T05:29:04Z</dcterms:modified>
</cp:coreProperties>
</file>